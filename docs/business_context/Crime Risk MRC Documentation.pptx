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4"/>
  </p:sldMasterIdLst>
  <p:notesMasterIdLst>
    <p:notesMasterId r:id="rId26"/>
  </p:notesMasterIdLst>
  <p:sldIdLst>
    <p:sldId id="256" r:id="rId5"/>
    <p:sldId id="450" r:id="rId6"/>
    <p:sldId id="274" r:id="rId7"/>
    <p:sldId id="423" r:id="rId8"/>
    <p:sldId id="460" r:id="rId9"/>
    <p:sldId id="425" r:id="rId10"/>
    <p:sldId id="791" r:id="rId11"/>
    <p:sldId id="459" r:id="rId12"/>
    <p:sldId id="281" r:id="rId13"/>
    <p:sldId id="798" r:id="rId14"/>
    <p:sldId id="792" r:id="rId15"/>
    <p:sldId id="795" r:id="rId16"/>
    <p:sldId id="283" r:id="rId17"/>
    <p:sldId id="793" r:id="rId18"/>
    <p:sldId id="794" r:id="rId19"/>
    <p:sldId id="282" r:id="rId20"/>
    <p:sldId id="461" r:id="rId21"/>
    <p:sldId id="797" r:id="rId22"/>
    <p:sldId id="462" r:id="rId23"/>
    <p:sldId id="463" r:id="rId24"/>
    <p:sldId id="79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984"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B62"/>
    <a:srgbClr val="077982"/>
    <a:srgbClr val="009AA1"/>
    <a:srgbClr val="148DEF"/>
    <a:srgbClr val="F1384F"/>
    <a:srgbClr val="A805FB"/>
    <a:srgbClr val="DD37D2"/>
    <a:srgbClr val="FF8E65"/>
    <a:srgbClr val="FF6E80"/>
    <a:srgbClr val="FFCD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F07D9F-5946-4A20-B4C4-35C69319A6D7}" v="1" dt="2026-07-17T19:51:51.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76" y="188"/>
      </p:cViewPr>
      <p:guideLst>
        <p:guide orient="horz" pos="2160"/>
        <p:guide pos="3840"/>
        <p:guide pos="984"/>
        <p:guide orient="horz" pos="9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Nationwide Commerical Policies Theft Segmentation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2"/>
          <c:tx>
            <c:strRef>
              <c:f>ME!$D$21</c:f>
              <c:strCache>
                <c:ptCount val="1"/>
                <c:pt idx="0">
                  <c:v>Earned Exposures</c:v>
                </c:pt>
              </c:strCache>
            </c:strRef>
          </c:tx>
          <c:spPr>
            <a:solidFill>
              <a:schemeClr val="bg2">
                <a:lumMod val="90000"/>
              </a:schemeClr>
            </a:solidFill>
            <a:ln>
              <a:solidFill>
                <a:schemeClr val="bg2">
                  <a:lumMod val="90000"/>
                </a:schemeClr>
              </a:solidFill>
            </a:ln>
            <a:effectLst/>
          </c:spPr>
          <c:invertIfNegative val="0"/>
          <c:val>
            <c:numRef>
              <c:f>Nationwide!$K$23:$K$42</c:f>
              <c:numCache>
                <c:formatCode>_(* #,##0.00_);_(* \(#,##0.00\);_(* "-"??_);_(@_)</c:formatCode>
                <c:ptCount val="20"/>
                <c:pt idx="0">
                  <c:v>1.0660898954979328</c:v>
                </c:pt>
                <c:pt idx="1">
                  <c:v>0.95842706707128056</c:v>
                </c:pt>
                <c:pt idx="2">
                  <c:v>1.0780901125758942</c:v>
                </c:pt>
                <c:pt idx="3">
                  <c:v>1.0025204376114112</c:v>
                </c:pt>
                <c:pt idx="4">
                  <c:v>0.9583963663151871</c:v>
                </c:pt>
                <c:pt idx="5">
                  <c:v>0.99257811583036315</c:v>
                </c:pt>
                <c:pt idx="6">
                  <c:v>1.0472363250212531</c:v>
                </c:pt>
                <c:pt idx="7">
                  <c:v>0.89289087151747748</c:v>
                </c:pt>
                <c:pt idx="8">
                  <c:v>1.0813033009405719</c:v>
                </c:pt>
                <c:pt idx="9">
                  <c:v>0.92428546469868855</c:v>
                </c:pt>
                <c:pt idx="10">
                  <c:v>0.99242886292381638</c:v>
                </c:pt>
                <c:pt idx="11">
                  <c:v>1.0573581281456172</c:v>
                </c:pt>
                <c:pt idx="12">
                  <c:v>0.98230800443810151</c:v>
                </c:pt>
                <c:pt idx="13">
                  <c:v>0.96564080011460363</c:v>
                </c:pt>
                <c:pt idx="14">
                  <c:v>1.0236128016862933</c:v>
                </c:pt>
                <c:pt idx="15">
                  <c:v>0.98028222685525501</c:v>
                </c:pt>
                <c:pt idx="16">
                  <c:v>0.9951990157620989</c:v>
                </c:pt>
                <c:pt idx="17">
                  <c:v>1.0059551437392871</c:v>
                </c:pt>
                <c:pt idx="18">
                  <c:v>0.9998253835457267</c:v>
                </c:pt>
                <c:pt idx="19">
                  <c:v>0.99557167570914151</c:v>
                </c:pt>
              </c:numCache>
            </c:numRef>
          </c:val>
          <c:extLst>
            <c:ext xmlns:c16="http://schemas.microsoft.com/office/drawing/2014/chart" uri="{C3380CC4-5D6E-409C-BE32-E72D297353CC}">
              <c16:uniqueId val="{00000000-0EE8-459E-8410-D1ED023B6840}"/>
            </c:ext>
          </c:extLst>
        </c:ser>
        <c:dLbls>
          <c:showLegendKey val="0"/>
          <c:showVal val="0"/>
          <c:showCatName val="0"/>
          <c:showSerName val="0"/>
          <c:showPercent val="0"/>
          <c:showBubbleSize val="0"/>
        </c:dLbls>
        <c:gapWidth val="75"/>
        <c:axId val="318499360"/>
        <c:axId val="318493960"/>
      </c:barChart>
      <c:lineChart>
        <c:grouping val="standard"/>
        <c:varyColors val="0"/>
        <c:ser>
          <c:idx val="2"/>
          <c:order val="1"/>
          <c:tx>
            <c:strRef>
              <c:f>ME!$H$21</c:f>
              <c:strCache>
                <c:ptCount val="1"/>
                <c:pt idx="0">
                  <c:v>Theft Claim Frequency</c:v>
                </c:pt>
              </c:strCache>
            </c:strRef>
          </c:tx>
          <c:spPr>
            <a:ln w="28575" cap="rnd">
              <a:solidFill>
                <a:schemeClr val="accent2"/>
              </a:solidFill>
              <a:round/>
            </a:ln>
            <a:effectLst/>
          </c:spPr>
          <c:marker>
            <c:symbol val="none"/>
          </c:marker>
          <c:cat>
            <c:numRef>
              <c:f>Nationwide!$H$23:$H$43</c:f>
              <c:numCache>
                <c:formatCode>_(* #,##0_);_(* \(#,##0\);_(* "-"??_);_(@_)</c:formatCode>
                <c:ptCount val="21"/>
                <c:pt idx="0">
                  <c:v>4.4000000000000004</c:v>
                </c:pt>
                <c:pt idx="1">
                  <c:v>6</c:v>
                </c:pt>
                <c:pt idx="2">
                  <c:v>7.6</c:v>
                </c:pt>
                <c:pt idx="3">
                  <c:v>9</c:v>
                </c:pt>
                <c:pt idx="4">
                  <c:v>10.199999999999999</c:v>
                </c:pt>
                <c:pt idx="5">
                  <c:v>11.6</c:v>
                </c:pt>
                <c:pt idx="6">
                  <c:v>13.2</c:v>
                </c:pt>
                <c:pt idx="7">
                  <c:v>14.8</c:v>
                </c:pt>
                <c:pt idx="8">
                  <c:v>16.8</c:v>
                </c:pt>
                <c:pt idx="9">
                  <c:v>18.8</c:v>
                </c:pt>
                <c:pt idx="10">
                  <c:v>21.2</c:v>
                </c:pt>
                <c:pt idx="11">
                  <c:v>24</c:v>
                </c:pt>
                <c:pt idx="12">
                  <c:v>27</c:v>
                </c:pt>
                <c:pt idx="13">
                  <c:v>30.4</c:v>
                </c:pt>
                <c:pt idx="14">
                  <c:v>35</c:v>
                </c:pt>
                <c:pt idx="15">
                  <c:v>40.6</c:v>
                </c:pt>
                <c:pt idx="16">
                  <c:v>47.8</c:v>
                </c:pt>
                <c:pt idx="17">
                  <c:v>58</c:v>
                </c:pt>
                <c:pt idx="18">
                  <c:v>75.2</c:v>
                </c:pt>
                <c:pt idx="19">
                  <c:v>100</c:v>
                </c:pt>
              </c:numCache>
            </c:numRef>
          </c:cat>
          <c:val>
            <c:numRef>
              <c:f>Nationwide!$I$23:$I$42</c:f>
              <c:numCache>
                <c:formatCode>_(* #,##0.00_);_(* \(#,##0.00\);_(* "-"??_);_(@_)</c:formatCode>
                <c:ptCount val="20"/>
                <c:pt idx="0">
                  <c:v>0.35032281173780422</c:v>
                </c:pt>
                <c:pt idx="1">
                  <c:v>0.40558069106181854</c:v>
                </c:pt>
                <c:pt idx="2">
                  <c:v>0.516100122368223</c:v>
                </c:pt>
                <c:pt idx="3">
                  <c:v>0.58541474256699844</c:v>
                </c:pt>
                <c:pt idx="4">
                  <c:v>0.44535776980639336</c:v>
                </c:pt>
                <c:pt idx="5">
                  <c:v>0.54520498483149382</c:v>
                </c:pt>
                <c:pt idx="6">
                  <c:v>0.6186434123600405</c:v>
                </c:pt>
                <c:pt idx="7">
                  <c:v>0.61461092873781964</c:v>
                </c:pt>
                <c:pt idx="8">
                  <c:v>0.69078788427119331</c:v>
                </c:pt>
                <c:pt idx="9">
                  <c:v>0.83287804749984617</c:v>
                </c:pt>
                <c:pt idx="10">
                  <c:v>0.96769238535564339</c:v>
                </c:pt>
                <c:pt idx="11">
                  <c:v>0.82897588519146403</c:v>
                </c:pt>
                <c:pt idx="12">
                  <c:v>1.1095695234751848</c:v>
                </c:pt>
                <c:pt idx="13">
                  <c:v>1.1366141276129758</c:v>
                </c:pt>
                <c:pt idx="14">
                  <c:v>1.1988264940804669</c:v>
                </c:pt>
                <c:pt idx="15">
                  <c:v>1.4384234835443575</c:v>
                </c:pt>
                <c:pt idx="16">
                  <c:v>1.5317441232948754</c:v>
                </c:pt>
                <c:pt idx="17">
                  <c:v>1.8866306966768747</c:v>
                </c:pt>
                <c:pt idx="18">
                  <c:v>1.9363137219925923</c:v>
                </c:pt>
                <c:pt idx="19">
                  <c:v>2.4039381004105977</c:v>
                </c:pt>
              </c:numCache>
            </c:numRef>
          </c:val>
          <c:smooth val="0"/>
          <c:extLst>
            <c:ext xmlns:c16="http://schemas.microsoft.com/office/drawing/2014/chart" uri="{C3380CC4-5D6E-409C-BE32-E72D297353CC}">
              <c16:uniqueId val="{00000001-0EE8-459E-8410-D1ED023B6840}"/>
            </c:ext>
          </c:extLst>
        </c:ser>
        <c:dLbls>
          <c:showLegendKey val="0"/>
          <c:showVal val="0"/>
          <c:showCatName val="0"/>
          <c:showSerName val="0"/>
          <c:showPercent val="0"/>
          <c:showBubbleSize val="0"/>
        </c:dLbls>
        <c:marker val="1"/>
        <c:smooth val="0"/>
        <c:axId val="318499360"/>
        <c:axId val="318493960"/>
        <c:extLst>
          <c:ext xmlns:c15="http://schemas.microsoft.com/office/drawing/2012/chart" uri="{02D57815-91ED-43cb-92C2-25804820EDAC}">
            <c15:filteredLineSeries>
              <c15:ser>
                <c:idx val="0"/>
                <c:order val="0"/>
                <c:tx>
                  <c:strRef>
                    <c:extLst>
                      <c:ext uri="{02D57815-91ED-43cb-92C2-25804820EDAC}">
                        <c15:formulaRef>
                          <c15:sqref>Nationwide!$J$22</c15:sqref>
                        </c15:formulaRef>
                      </c:ext>
                    </c:extLst>
                    <c:strCache>
                      <c:ptCount val="1"/>
                      <c:pt idx="0">
                        <c:v>Theft Loss per Exposure</c:v>
                      </c:pt>
                    </c:strCache>
                  </c:strRef>
                </c:tx>
                <c:spPr>
                  <a:ln w="28575" cap="rnd">
                    <a:solidFill>
                      <a:schemeClr val="accent1"/>
                    </a:solidFill>
                    <a:round/>
                  </a:ln>
                  <a:effectLst/>
                </c:spPr>
                <c:marker>
                  <c:symbol val="none"/>
                </c:marker>
                <c:cat>
                  <c:numRef>
                    <c:extLst>
                      <c:ext uri="{02D57815-91ED-43cb-92C2-25804820EDAC}">
                        <c15:formulaRef>
                          <c15:sqref>Nationwide!$H$23:$H$43</c15:sqref>
                        </c15:formulaRef>
                      </c:ext>
                    </c:extLst>
                    <c:numCache>
                      <c:formatCode>_(* #,##0_);_(* \(#,##0\);_(* "-"??_);_(@_)</c:formatCode>
                      <c:ptCount val="21"/>
                      <c:pt idx="0">
                        <c:v>4.4000000000000004</c:v>
                      </c:pt>
                      <c:pt idx="1">
                        <c:v>6</c:v>
                      </c:pt>
                      <c:pt idx="2">
                        <c:v>7.6</c:v>
                      </c:pt>
                      <c:pt idx="3">
                        <c:v>9</c:v>
                      </c:pt>
                      <c:pt idx="4">
                        <c:v>10.199999999999999</c:v>
                      </c:pt>
                      <c:pt idx="5">
                        <c:v>11.6</c:v>
                      </c:pt>
                      <c:pt idx="6">
                        <c:v>13.2</c:v>
                      </c:pt>
                      <c:pt idx="7">
                        <c:v>14.8</c:v>
                      </c:pt>
                      <c:pt idx="8">
                        <c:v>16.8</c:v>
                      </c:pt>
                      <c:pt idx="9">
                        <c:v>18.8</c:v>
                      </c:pt>
                      <c:pt idx="10">
                        <c:v>21.2</c:v>
                      </c:pt>
                      <c:pt idx="11">
                        <c:v>24</c:v>
                      </c:pt>
                      <c:pt idx="12">
                        <c:v>27</c:v>
                      </c:pt>
                      <c:pt idx="13">
                        <c:v>30.4</c:v>
                      </c:pt>
                      <c:pt idx="14">
                        <c:v>35</c:v>
                      </c:pt>
                      <c:pt idx="15">
                        <c:v>40.6</c:v>
                      </c:pt>
                      <c:pt idx="16">
                        <c:v>47.8</c:v>
                      </c:pt>
                      <c:pt idx="17">
                        <c:v>58</c:v>
                      </c:pt>
                      <c:pt idx="18">
                        <c:v>75.2</c:v>
                      </c:pt>
                      <c:pt idx="19">
                        <c:v>100</c:v>
                      </c:pt>
                    </c:numCache>
                  </c:numRef>
                </c:cat>
                <c:val>
                  <c:numRef>
                    <c:extLst>
                      <c:ext uri="{02D57815-91ED-43cb-92C2-25804820EDAC}">
                        <c15:formulaRef>
                          <c15:sqref>Nationwide!$J$23:$J$42</c15:sqref>
                        </c15:formulaRef>
                      </c:ext>
                    </c:extLst>
                    <c:numCache>
                      <c:formatCode>_(* #,##0.00_);_(* \(#,##0.00\);_(* "-"??_);_(@_)</c:formatCode>
                      <c:ptCount val="20"/>
                      <c:pt idx="0">
                        <c:v>0.14723278708195228</c:v>
                      </c:pt>
                      <c:pt idx="1">
                        <c:v>0.27325706754847356</c:v>
                      </c:pt>
                      <c:pt idx="2">
                        <c:v>0.84130332632571847</c:v>
                      </c:pt>
                      <c:pt idx="3">
                        <c:v>0.67557757797620921</c:v>
                      </c:pt>
                      <c:pt idx="4">
                        <c:v>0.332560313331419</c:v>
                      </c:pt>
                      <c:pt idx="5">
                        <c:v>0.24506813032349042</c:v>
                      </c:pt>
                      <c:pt idx="6">
                        <c:v>0.64604309809700966</c:v>
                      </c:pt>
                      <c:pt idx="7">
                        <c:v>0.4421800622318699</c:v>
                      </c:pt>
                      <c:pt idx="8">
                        <c:v>0.82683107332627359</c:v>
                      </c:pt>
                      <c:pt idx="9">
                        <c:v>0.79837020270128167</c:v>
                      </c:pt>
                      <c:pt idx="10">
                        <c:v>0.89061863716758127</c:v>
                      </c:pt>
                      <c:pt idx="11">
                        <c:v>0.50788298237019636</c:v>
                      </c:pt>
                      <c:pt idx="12">
                        <c:v>0.84876447117475684</c:v>
                      </c:pt>
                      <c:pt idx="13">
                        <c:v>1.2186922207641593</c:v>
                      </c:pt>
                      <c:pt idx="14">
                        <c:v>1.2043493746686245</c:v>
                      </c:pt>
                      <c:pt idx="15">
                        <c:v>1.7068109180065685</c:v>
                      </c:pt>
                      <c:pt idx="16">
                        <c:v>2.5208873199476041</c:v>
                      </c:pt>
                      <c:pt idx="17">
                        <c:v>2.4473804989667185</c:v>
                      </c:pt>
                      <c:pt idx="18">
                        <c:v>1.6924006034667125</c:v>
                      </c:pt>
                      <c:pt idx="19">
                        <c:v>1.7389845466759737</c:v>
                      </c:pt>
                    </c:numCache>
                  </c:numRef>
                </c:val>
                <c:smooth val="0"/>
                <c:extLst>
                  <c:ext xmlns:c16="http://schemas.microsoft.com/office/drawing/2014/chart" uri="{C3380CC4-5D6E-409C-BE32-E72D297353CC}">
                    <c16:uniqueId val="{00000002-0EE8-459E-8410-D1ED023B6840}"/>
                  </c:ext>
                </c:extLst>
              </c15:ser>
            </c15:filteredLineSeries>
          </c:ext>
        </c:extLst>
      </c:lineChart>
      <c:catAx>
        <c:axId val="3184993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CrimeRisk Score (labeled</a:t>
                </a:r>
                <a:r>
                  <a:rPr lang="en-US" baseline="0"/>
                  <a:t> by </a:t>
                </a:r>
                <a:r>
                  <a:rPr lang="en-US"/>
                  <a:t>bin max value)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493960"/>
        <c:crosses val="autoZero"/>
        <c:auto val="1"/>
        <c:lblAlgn val="ctr"/>
        <c:lblOffset val="100"/>
        <c:noMultiLvlLbl val="0"/>
      </c:catAx>
      <c:valAx>
        <c:axId val="318493960"/>
        <c:scaling>
          <c:orientation val="minMax"/>
          <c:max val="2.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Relativity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499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4138F-2623-45B4-951F-745C6AB279F1}"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3E8FFE-70B9-4D2D-AB14-259DA1520282}" type="slidenum">
              <a:rPr lang="en-US" smtClean="0"/>
              <a:t>‹#›</a:t>
            </a:fld>
            <a:endParaRPr lang="en-US"/>
          </a:p>
        </p:txBody>
      </p:sp>
    </p:spTree>
    <p:extLst>
      <p:ext uri="{BB962C8B-B14F-4D97-AF65-F5344CB8AC3E}">
        <p14:creationId xmlns:p14="http://schemas.microsoft.com/office/powerpoint/2010/main" val="391921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Income level is excluded but income inequality is included.</a:t>
            </a:r>
          </a:p>
        </p:txBody>
      </p:sp>
      <p:sp>
        <p:nvSpPr>
          <p:cNvPr id="4" name="Slide Number Placeholder 3"/>
          <p:cNvSpPr>
            <a:spLocks noGrp="1"/>
          </p:cNvSpPr>
          <p:nvPr>
            <p:ph type="sldNum" sz="quarter" idx="5"/>
          </p:nvPr>
        </p:nvSpPr>
        <p:spPr/>
        <p:txBody>
          <a:bodyPr/>
          <a:lstStyle/>
          <a:p>
            <a:fld id="{473E8FFE-70B9-4D2D-AB14-259DA1520282}" type="slidenum">
              <a:rPr lang="en-US" smtClean="0"/>
              <a:t>11</a:t>
            </a:fld>
            <a:endParaRPr lang="en-US"/>
          </a:p>
        </p:txBody>
      </p:sp>
    </p:spTree>
    <p:extLst>
      <p:ext uri="{BB962C8B-B14F-4D97-AF65-F5344CB8AC3E}">
        <p14:creationId xmlns:p14="http://schemas.microsoft.com/office/powerpoint/2010/main" val="39585047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3C3E8E-933A-40B8-3E14-FFF857A5C2E8}"/>
              </a:ext>
            </a:extLst>
          </p:cNvPr>
          <p:cNvSpPr>
            <a:spLocks noGrp="1"/>
          </p:cNvSpPr>
          <p:nvPr>
            <p:ph type="subTitle" idx="1" hasCustomPrompt="1"/>
          </p:nvPr>
        </p:nvSpPr>
        <p:spPr>
          <a:xfrm>
            <a:off x="384691" y="450621"/>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763113" cy="3151037"/>
          </a:xfrm>
        </p:spPr>
        <p:txBody>
          <a:bodyPr anchor="t" anchorCtr="0"/>
          <a:lstStyle>
            <a:lvl1pPr algn="l">
              <a:lnSpc>
                <a:spcPct val="94000"/>
              </a:lnSpc>
              <a:defRPr sz="7100" b="0">
                <a:solidFill>
                  <a:schemeClr val="tx1"/>
                </a:solidFill>
              </a:defRPr>
            </a:lvl1pPr>
          </a:lstStyle>
          <a:p>
            <a:r>
              <a:rPr lang="en-US"/>
              <a:t>Click to edit Master title style</a:t>
            </a:r>
            <a:br>
              <a:rPr lang="en-US"/>
            </a:br>
            <a:r>
              <a:rPr lang="en-US"/>
              <a:t>3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15" name="Picture 14" descr="A group of triangles on a black background&#10;&#10;AI-generated content may be incorrect.">
            <a:extLst>
              <a:ext uri="{FF2B5EF4-FFF2-40B4-BE49-F238E27FC236}">
                <a16:creationId xmlns:a16="http://schemas.microsoft.com/office/drawing/2014/main" id="{3FE6EE11-5F57-AEFF-EAC7-DA478DD33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6229" y="1661060"/>
            <a:ext cx="5355771" cy="5196940"/>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group of triangles on a black background&#10;&#10;AI-generated content may be incorrect.">
            <a:extLst>
              <a:ext uri="{FF2B5EF4-FFF2-40B4-BE49-F238E27FC236}">
                <a16:creationId xmlns:a16="http://schemas.microsoft.com/office/drawing/2014/main" id="{E861B34D-7923-309E-CCB7-0D8383A100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6229" y="1661060"/>
            <a:ext cx="5355771" cy="5196940"/>
          </a:xfrm>
          <a:prstGeom prst="rect">
            <a:avLst/>
          </a:prstGeom>
        </p:spPr>
      </p:pic>
      <p:pic>
        <p:nvPicPr>
          <p:cNvPr id="5" name="Picture 4" descr="A black background with yellow letters&#10;&#10;AI-generated content may be incorrect.">
            <a:extLst>
              <a:ext uri="{FF2B5EF4-FFF2-40B4-BE49-F238E27FC236}">
                <a16:creationId xmlns:a16="http://schemas.microsoft.com/office/drawing/2014/main" id="{D879A03D-D667-C90A-D171-33DBCAD61A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307579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1 subhead above">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DF3C3E8E-933A-40B8-3E14-FFF857A5C2E8}"/>
              </a:ext>
            </a:extLst>
          </p:cNvPr>
          <p:cNvSpPr>
            <a:spLocks noGrp="1"/>
          </p:cNvSpPr>
          <p:nvPr>
            <p:ph type="subTitle" idx="1" hasCustomPrompt="1"/>
          </p:nvPr>
        </p:nvSpPr>
        <p:spPr>
          <a:xfrm>
            <a:off x="384691" y="450621"/>
            <a:ext cx="5662448" cy="412797"/>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7" name="Subhead">
            <a:extLst>
              <a:ext uri="{FF2B5EF4-FFF2-40B4-BE49-F238E27FC236}">
                <a16:creationId xmlns:a16="http://schemas.microsoft.com/office/drawing/2014/main" id="{2559B907-AEE9-F3AF-7869-6A9F1D309367}"/>
              </a:ext>
            </a:extLst>
          </p:cNvPr>
          <p:cNvSpPr>
            <a:spLocks noGrp="1"/>
          </p:cNvSpPr>
          <p:nvPr>
            <p:ph type="body" sz="quarter" idx="14" hasCustomPrompt="1"/>
          </p:nvPr>
        </p:nvSpPr>
        <p:spPr>
          <a:xfrm>
            <a:off x="377825" y="1068982"/>
            <a:ext cx="8508267" cy="797641"/>
          </a:xfrm>
        </p:spPr>
        <p:txBody>
          <a:bodyPr anchor="b" anchorCtr="0">
            <a:normAutofit/>
          </a:bodyPr>
          <a:lstStyle>
            <a:lvl1pPr>
              <a:defRPr sz="2400"/>
            </a:lvl1pPr>
          </a:lstStyle>
          <a:p>
            <a:pPr lvl="0"/>
            <a:r>
              <a:rPr lang="en-US"/>
              <a:t>Click to edit </a:t>
            </a:r>
            <a:br>
              <a:rPr lang="en-US"/>
            </a:br>
            <a:r>
              <a:rPr lang="en-US"/>
              <a:t>Master text styles</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996537"/>
            <a:ext cx="7681767" cy="3151037"/>
          </a:xfrm>
        </p:spPr>
        <p:txBody>
          <a:bodyPr anchor="t" anchorCtr="0">
            <a:normAutofit/>
          </a:bodyPr>
          <a:lstStyle>
            <a:lvl1pPr algn="l">
              <a:lnSpc>
                <a:spcPct val="94000"/>
              </a:lnSpc>
              <a:defRPr sz="7100" b="0">
                <a:solidFill>
                  <a:schemeClr val="tx1"/>
                </a:solidFill>
              </a:defRPr>
            </a:lvl1pPr>
          </a:lstStyle>
          <a:p>
            <a:r>
              <a:rPr lang="en-US"/>
              <a:t>Click to edit Master title style</a:t>
            </a:r>
            <a:br>
              <a:rPr lang="en-US"/>
            </a:br>
            <a:r>
              <a:rPr lang="en-US"/>
              <a:t>3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458968"/>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15" name="Picture 14" descr="A group of triangles on a black background&#10;&#10;AI-generated content may be incorrect.">
            <a:extLst>
              <a:ext uri="{FF2B5EF4-FFF2-40B4-BE49-F238E27FC236}">
                <a16:creationId xmlns:a16="http://schemas.microsoft.com/office/drawing/2014/main" id="{3FE6EE11-5F57-AEFF-EAC7-DA478DD33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6229" y="1661060"/>
            <a:ext cx="5355771" cy="5196940"/>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group of triangles on a black background&#10;&#10;AI-generated content may be incorrect.">
            <a:extLst>
              <a:ext uri="{FF2B5EF4-FFF2-40B4-BE49-F238E27FC236}">
                <a16:creationId xmlns:a16="http://schemas.microsoft.com/office/drawing/2014/main" id="{E861B34D-7923-309E-CCB7-0D8383A100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6229" y="1661060"/>
            <a:ext cx="5355771" cy="5196940"/>
          </a:xfrm>
          <a:prstGeom prst="rect">
            <a:avLst/>
          </a:prstGeom>
        </p:spPr>
      </p:pic>
      <p:pic>
        <p:nvPicPr>
          <p:cNvPr id="5" name="Picture 4" descr="A black background with yellow letters&#10;&#10;AI-generated content may be incorrect.">
            <a:extLst>
              <a:ext uri="{FF2B5EF4-FFF2-40B4-BE49-F238E27FC236}">
                <a16:creationId xmlns:a16="http://schemas.microsoft.com/office/drawing/2014/main" id="{D879A03D-D667-C90A-D171-33DBCAD61A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30408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1 subhead below">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DF3C3E8E-933A-40B8-3E14-FFF857A5C2E8}"/>
              </a:ext>
            </a:extLst>
          </p:cNvPr>
          <p:cNvSpPr>
            <a:spLocks noGrp="1"/>
          </p:cNvSpPr>
          <p:nvPr>
            <p:ph type="subTitle" idx="1" hasCustomPrompt="1"/>
          </p:nvPr>
        </p:nvSpPr>
        <p:spPr>
          <a:xfrm>
            <a:off x="384691" y="450621"/>
            <a:ext cx="5662448" cy="412797"/>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3" y="1276718"/>
            <a:ext cx="7680960" cy="3151037"/>
          </a:xfrm>
        </p:spPr>
        <p:txBody>
          <a:bodyPr anchor="b" anchorCtr="0">
            <a:normAutofit/>
          </a:bodyPr>
          <a:lstStyle>
            <a:lvl1pPr algn="l">
              <a:lnSpc>
                <a:spcPct val="94000"/>
              </a:lnSpc>
              <a:defRPr sz="7100" b="0">
                <a:solidFill>
                  <a:schemeClr val="tx1"/>
                </a:solidFill>
              </a:defRPr>
            </a:lvl1pPr>
          </a:lstStyle>
          <a:p>
            <a:r>
              <a:rPr lang="en-US"/>
              <a:t>Click to edit Master title style</a:t>
            </a:r>
            <a:br>
              <a:rPr lang="en-US"/>
            </a:br>
            <a:r>
              <a:rPr lang="en-US"/>
              <a:t>3 lines</a:t>
            </a:r>
          </a:p>
        </p:txBody>
      </p:sp>
      <p:sp>
        <p:nvSpPr>
          <p:cNvPr id="7" name="Subhead">
            <a:extLst>
              <a:ext uri="{FF2B5EF4-FFF2-40B4-BE49-F238E27FC236}">
                <a16:creationId xmlns:a16="http://schemas.microsoft.com/office/drawing/2014/main" id="{2559B907-AEE9-F3AF-7869-6A9F1D309367}"/>
              </a:ext>
            </a:extLst>
          </p:cNvPr>
          <p:cNvSpPr>
            <a:spLocks noGrp="1"/>
          </p:cNvSpPr>
          <p:nvPr>
            <p:ph type="body" sz="quarter" idx="14" hasCustomPrompt="1"/>
          </p:nvPr>
        </p:nvSpPr>
        <p:spPr>
          <a:xfrm>
            <a:off x="377825" y="4492713"/>
            <a:ext cx="8508267" cy="797641"/>
          </a:xfrm>
        </p:spPr>
        <p:txBody>
          <a:bodyPr anchor="t" anchorCtr="0">
            <a:normAutofit/>
          </a:bodyPr>
          <a:lstStyle>
            <a:lvl1pPr>
              <a:defRPr sz="2400"/>
            </a:lvl1pPr>
          </a:lstStyle>
          <a:p>
            <a:pPr lvl="0"/>
            <a:r>
              <a:rPr lang="en-US"/>
              <a:t>Click to edit </a:t>
            </a:r>
            <a:br>
              <a:rPr lang="en-US"/>
            </a:br>
            <a:r>
              <a:rPr lang="en-US"/>
              <a:t>Master text styles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461862"/>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15" name="Picture 14" descr="A group of triangles on a black background&#10;&#10;AI-generated content may be incorrect.">
            <a:extLst>
              <a:ext uri="{FF2B5EF4-FFF2-40B4-BE49-F238E27FC236}">
                <a16:creationId xmlns:a16="http://schemas.microsoft.com/office/drawing/2014/main" id="{3FE6EE11-5F57-AEFF-EAC7-DA478DD33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6229" y="1661060"/>
            <a:ext cx="5355771" cy="5196940"/>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group of triangles on a black background&#10;&#10;AI-generated content may be incorrect.">
            <a:extLst>
              <a:ext uri="{FF2B5EF4-FFF2-40B4-BE49-F238E27FC236}">
                <a16:creationId xmlns:a16="http://schemas.microsoft.com/office/drawing/2014/main" id="{E861B34D-7923-309E-CCB7-0D8383A100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6229" y="1661060"/>
            <a:ext cx="5355771" cy="5196940"/>
          </a:xfrm>
          <a:prstGeom prst="rect">
            <a:avLst/>
          </a:prstGeom>
        </p:spPr>
      </p:pic>
      <p:pic>
        <p:nvPicPr>
          <p:cNvPr id="5" name="Picture 4" descr="A black background with yellow letters&#10;&#10;AI-generated content may be incorrect.">
            <a:extLst>
              <a:ext uri="{FF2B5EF4-FFF2-40B4-BE49-F238E27FC236}">
                <a16:creationId xmlns:a16="http://schemas.microsoft.com/office/drawing/2014/main" id="{D879A03D-D667-C90A-D171-33DBCAD61A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139468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ver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44182"/>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763113" cy="3151037"/>
          </a:xfrm>
        </p:spPr>
        <p:txBody>
          <a:bodyPr anchor="t" anchorCtr="0"/>
          <a:lstStyle>
            <a:lvl1pPr algn="l">
              <a:lnSpc>
                <a:spcPct val="94000"/>
              </a:lnSpc>
              <a:defRPr sz="7100" b="0">
                <a:solidFill>
                  <a:schemeClr val="tx1"/>
                </a:solidFill>
              </a:defRPr>
            </a:lvl1pPr>
          </a:lstStyle>
          <a:p>
            <a:r>
              <a:rPr lang="en-US"/>
              <a:t>Click to edit Master title style 2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9" name="Picture 8" descr="A group of colorful triangles&#10;&#10;AI-generated content may be incorrect.">
            <a:extLst>
              <a:ext uri="{FF2B5EF4-FFF2-40B4-BE49-F238E27FC236}">
                <a16:creationId xmlns:a16="http://schemas.microsoft.com/office/drawing/2014/main" id="{A4D3E9CB-024E-3A4B-20F0-F057638AF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140" y="1493480"/>
            <a:ext cx="11071860" cy="5364520"/>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group of colorful triangles&#10;&#10;AI-generated content may be incorrect.">
            <a:extLst>
              <a:ext uri="{FF2B5EF4-FFF2-40B4-BE49-F238E27FC236}">
                <a16:creationId xmlns:a16="http://schemas.microsoft.com/office/drawing/2014/main" id="{047F7B2F-8918-C713-6CFF-BE0D1A0136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140" y="1493480"/>
            <a:ext cx="11071860" cy="5364520"/>
          </a:xfrm>
          <a:prstGeom prst="rect">
            <a:avLst/>
          </a:prstGeom>
        </p:spPr>
      </p:pic>
      <p:pic>
        <p:nvPicPr>
          <p:cNvPr id="5" name="Picture 4" descr="A black background with yellow letters&#10;&#10;AI-generated content may be incorrect.">
            <a:extLst>
              <a:ext uri="{FF2B5EF4-FFF2-40B4-BE49-F238E27FC236}">
                <a16:creationId xmlns:a16="http://schemas.microsoft.com/office/drawing/2014/main" id="{BE10D7BC-6191-5F96-987B-50573498D4F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2464406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ver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44182"/>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033191" cy="3151037"/>
          </a:xfrm>
        </p:spPr>
        <p:txBody>
          <a:bodyPr anchor="t" anchorCtr="0">
            <a:normAutofit/>
          </a:bodyPr>
          <a:lstStyle>
            <a:lvl1pPr algn="l">
              <a:lnSpc>
                <a:spcPct val="94000"/>
              </a:lnSpc>
              <a:defRPr sz="7100" b="0">
                <a:solidFill>
                  <a:schemeClr val="tx1"/>
                </a:solidFill>
              </a:defRPr>
            </a:lvl1pPr>
          </a:lstStyle>
          <a:p>
            <a:r>
              <a:rPr lang="en-US"/>
              <a:t>Click to edit Master title style 3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8" name="Picture 7" descr="A group of small colorful triangles&#10;&#10;AI-generated content may be incorrect.">
            <a:extLst>
              <a:ext uri="{FF2B5EF4-FFF2-40B4-BE49-F238E27FC236}">
                <a16:creationId xmlns:a16="http://schemas.microsoft.com/office/drawing/2014/main" id="{66105DE4-63EA-6029-504C-779E1C40F7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5854" y="1612602"/>
            <a:ext cx="7216396" cy="5245398"/>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group of small colorful triangles&#10;&#10;AI-generated content may be incorrect.">
            <a:extLst>
              <a:ext uri="{FF2B5EF4-FFF2-40B4-BE49-F238E27FC236}">
                <a16:creationId xmlns:a16="http://schemas.microsoft.com/office/drawing/2014/main" id="{C7C17C34-B00A-10E5-5476-E3D0E7556D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5854" y="1612602"/>
            <a:ext cx="7216396" cy="5245398"/>
          </a:xfrm>
          <a:prstGeom prst="rect">
            <a:avLst/>
          </a:prstGeom>
        </p:spPr>
      </p:pic>
      <p:pic>
        <p:nvPicPr>
          <p:cNvPr id="5" name="Picture 4" descr="A black background with yellow letters&#10;&#10;AI-generated content may be incorrect.">
            <a:extLst>
              <a:ext uri="{FF2B5EF4-FFF2-40B4-BE49-F238E27FC236}">
                <a16:creationId xmlns:a16="http://schemas.microsoft.com/office/drawing/2014/main" id="{8C67CC05-33B2-741F-EE03-E94D895A221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197869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ver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50621"/>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763113" cy="3151037"/>
          </a:xfrm>
        </p:spPr>
        <p:txBody>
          <a:bodyPr anchor="t" anchorCtr="0">
            <a:normAutofit/>
          </a:bodyPr>
          <a:lstStyle>
            <a:lvl1pPr algn="l">
              <a:lnSpc>
                <a:spcPct val="94000"/>
              </a:lnSpc>
              <a:defRPr sz="7100" b="0">
                <a:solidFill>
                  <a:schemeClr val="tx1"/>
                </a:solidFill>
              </a:defRPr>
            </a:lvl1pPr>
          </a:lstStyle>
          <a:p>
            <a:r>
              <a:rPr lang="en-US"/>
              <a:t>Click to edit Master title style 2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8" name="Picture 7" descr="A black background with pink and purple triangles&#10;&#10;AI-generated content may be incorrect.">
            <a:extLst>
              <a:ext uri="{FF2B5EF4-FFF2-40B4-BE49-F238E27FC236}">
                <a16:creationId xmlns:a16="http://schemas.microsoft.com/office/drawing/2014/main" id="{3ED8A5B8-61F0-931B-C414-D9DEAA90C3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6000"/>
            <a:ext cx="12192000" cy="5842000"/>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black background with pink and purple triangles&#10;&#10;AI-generated content may be incorrect.">
            <a:extLst>
              <a:ext uri="{FF2B5EF4-FFF2-40B4-BE49-F238E27FC236}">
                <a16:creationId xmlns:a16="http://schemas.microsoft.com/office/drawing/2014/main" id="{8AB37247-C9B6-5E4C-5F2E-11E9AEF2E7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000"/>
            <a:ext cx="12192000" cy="5842000"/>
          </a:xfrm>
          <a:prstGeom prst="rect">
            <a:avLst/>
          </a:prstGeom>
        </p:spPr>
      </p:pic>
      <p:pic>
        <p:nvPicPr>
          <p:cNvPr id="5" name="Picture 4" descr="A black background with yellow letters&#10;&#10;AI-generated content may be incorrect.">
            <a:extLst>
              <a:ext uri="{FF2B5EF4-FFF2-40B4-BE49-F238E27FC236}">
                <a16:creationId xmlns:a16="http://schemas.microsoft.com/office/drawing/2014/main" id="{6F79AD69-9269-B608-82C9-499C1D25D1E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3650704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ver 5">
    <p:bg>
      <p:bgPr>
        <a:solidFill>
          <a:srgbClr val="FF6E8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44182"/>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763113" cy="3151037"/>
          </a:xfrm>
        </p:spPr>
        <p:txBody>
          <a:bodyPr anchor="t" anchorCtr="0"/>
          <a:lstStyle>
            <a:lvl1pPr algn="l">
              <a:lnSpc>
                <a:spcPct val="94000"/>
              </a:lnSpc>
              <a:defRPr sz="7100" b="0">
                <a:solidFill>
                  <a:schemeClr val="tx1"/>
                </a:solidFill>
              </a:defRPr>
            </a:lvl1pPr>
          </a:lstStyle>
          <a:p>
            <a:r>
              <a:rPr lang="en-US"/>
              <a:t>Click to edit Master title style</a:t>
            </a:r>
            <a:br>
              <a:rPr lang="en-US"/>
            </a:br>
            <a:r>
              <a:rPr lang="en-US"/>
              <a:t>3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5" name="Picture 4" descr="A group of yellow triangles on a black background&#10;&#10;AI-generated content may be incorrect.">
            <a:extLst>
              <a:ext uri="{FF2B5EF4-FFF2-40B4-BE49-F238E27FC236}">
                <a16:creationId xmlns:a16="http://schemas.microsoft.com/office/drawing/2014/main" id="{87FE131A-F29A-2C8F-B8CF-4AF8CF1DD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0609" y="1711546"/>
            <a:ext cx="5375185" cy="5146454"/>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group of yellow triangles on a black background&#10;&#10;AI-generated content may be incorrect.">
            <a:extLst>
              <a:ext uri="{FF2B5EF4-FFF2-40B4-BE49-F238E27FC236}">
                <a16:creationId xmlns:a16="http://schemas.microsoft.com/office/drawing/2014/main" id="{B8F64F53-AA48-3D39-09C3-D2C68AE5A3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20609" y="1711546"/>
            <a:ext cx="5375185" cy="5146454"/>
          </a:xfrm>
          <a:prstGeom prst="rect">
            <a:avLst/>
          </a:prstGeom>
        </p:spPr>
      </p:pic>
      <p:pic>
        <p:nvPicPr>
          <p:cNvPr id="6" name="Picture 5" descr="A black background with yellow letters&#10;&#10;AI-generated content may be incorrect.">
            <a:extLst>
              <a:ext uri="{FF2B5EF4-FFF2-40B4-BE49-F238E27FC236}">
                <a16:creationId xmlns:a16="http://schemas.microsoft.com/office/drawing/2014/main" id="{F0A4FDAE-3535-5C62-BD4F-07979563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31319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ver 6">
    <p:bg>
      <p:bgPr>
        <a:solidFill>
          <a:srgbClr val="A805FB"/>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44182"/>
            <a:ext cx="5662448" cy="555846"/>
          </a:xfrm>
        </p:spPr>
        <p:txBody>
          <a:bodyPr>
            <a:noAutofit/>
          </a:bodyPr>
          <a:lstStyle>
            <a:lvl1pPr marL="0" indent="0" algn="l">
              <a:lnSpc>
                <a:spcPct val="100000"/>
              </a:lnSpc>
              <a:spcBef>
                <a:spcPts val="0"/>
              </a:spcBef>
              <a:buNone/>
              <a:defRPr sz="2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763113" cy="3151037"/>
          </a:xfrm>
        </p:spPr>
        <p:txBody>
          <a:bodyPr anchor="t" anchorCtr="0"/>
          <a:lstStyle>
            <a:lvl1pPr algn="l">
              <a:lnSpc>
                <a:spcPct val="94000"/>
              </a:lnSpc>
              <a:defRPr sz="7100" b="0">
                <a:solidFill>
                  <a:schemeClr val="bg1"/>
                </a:solidFill>
              </a:defRPr>
            </a:lvl1pPr>
          </a:lstStyle>
          <a:p>
            <a:r>
              <a:rPr lang="en-US"/>
              <a:t>Click to edit Master title style 2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bg1"/>
                </a:solidFill>
                <a:latin typeface="+mj-lt"/>
              </a:defRPr>
            </a:lvl1pPr>
            <a:lvl2pPr marL="1588" indent="0">
              <a:spcBef>
                <a:spcPts val="200"/>
              </a:spcBef>
              <a:buNone/>
              <a:defRPr>
                <a:solidFill>
                  <a:schemeClr val="bg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5" name="Picture 4" descr="A black background with orange hearts&#10;&#10;AI-generated content may be incorrect.">
            <a:extLst>
              <a:ext uri="{FF2B5EF4-FFF2-40B4-BE49-F238E27FC236}">
                <a16:creationId xmlns:a16="http://schemas.microsoft.com/office/drawing/2014/main" id="{966320B1-D09A-24F4-F28D-95C4B6C73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138" y="1509458"/>
            <a:ext cx="11071861" cy="5348542"/>
          </a:xfrm>
          <a:prstGeom prst="rect">
            <a:avLst/>
          </a:prstGeom>
        </p:spPr>
      </p:pic>
      <p:pic>
        <p:nvPicPr>
          <p:cNvPr id="13" name="Picture 12">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rcRect l="16" r="16"/>
          <a:stretch/>
        </p:blipFill>
        <p:spPr bwMode="black">
          <a:xfrm>
            <a:off x="9140825" y="395848"/>
            <a:ext cx="2665640" cy="760043"/>
          </a:xfrm>
          <a:prstGeom prst="rect">
            <a:avLst/>
          </a:prstGeom>
        </p:spPr>
      </p:pic>
      <p:pic>
        <p:nvPicPr>
          <p:cNvPr id="4" name="Picture 3" descr="A black background with orange hearts&#10;&#10;AI-generated content may be incorrect.">
            <a:extLst>
              <a:ext uri="{FF2B5EF4-FFF2-40B4-BE49-F238E27FC236}">
                <a16:creationId xmlns:a16="http://schemas.microsoft.com/office/drawing/2014/main" id="{A1AD9DA6-0BCA-EE99-3423-51D4F75F08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138" y="1509458"/>
            <a:ext cx="11071861" cy="5348542"/>
          </a:xfrm>
          <a:prstGeom prst="rect">
            <a:avLst/>
          </a:prstGeom>
        </p:spPr>
      </p:pic>
      <p:pic>
        <p:nvPicPr>
          <p:cNvPr id="6" name="Picture 5">
            <a:extLst>
              <a:ext uri="{FF2B5EF4-FFF2-40B4-BE49-F238E27FC236}">
                <a16:creationId xmlns:a16="http://schemas.microsoft.com/office/drawing/2014/main" id="{3F895973-2D07-609D-F4C0-CF8FAC1E51C8}"/>
              </a:ext>
            </a:extLst>
          </p:cNvPr>
          <p:cNvPicPr>
            <a:picLocks noChangeAspect="1"/>
          </p:cNvPicPr>
          <p:nvPr userDrawn="1"/>
        </p:nvPicPr>
        <p:blipFill>
          <a:blip r:embed="rId3">
            <a:extLst>
              <a:ext uri="{28A0092B-C50C-407E-A947-70E740481C1C}">
                <a14:useLocalDpi xmlns:a14="http://schemas.microsoft.com/office/drawing/2010/main" val="0"/>
              </a:ext>
            </a:extLst>
          </a:blip>
          <a:srcRect l="16" r="16"/>
          <a:stretch/>
        </p:blipFill>
        <p:spPr bwMode="black">
          <a:xfrm>
            <a:off x="9140825" y="395848"/>
            <a:ext cx="2665640" cy="760043"/>
          </a:xfrm>
          <a:prstGeom prst="rect">
            <a:avLst/>
          </a:prstGeom>
        </p:spPr>
      </p:pic>
    </p:spTree>
    <p:extLst>
      <p:ext uri="{BB962C8B-B14F-4D97-AF65-F5344CB8AC3E}">
        <p14:creationId xmlns:p14="http://schemas.microsoft.com/office/powerpoint/2010/main" val="3536460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ver 7">
    <p:bg>
      <p:bgPr>
        <a:solidFill>
          <a:srgbClr val="FF8E65"/>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033191" cy="3151037"/>
          </a:xfrm>
        </p:spPr>
        <p:txBody>
          <a:bodyPr anchor="t" anchorCtr="0">
            <a:normAutofit/>
          </a:bodyPr>
          <a:lstStyle>
            <a:lvl1pPr algn="l">
              <a:lnSpc>
                <a:spcPct val="94000"/>
              </a:lnSpc>
              <a:defRPr sz="7100" b="0">
                <a:solidFill>
                  <a:schemeClr val="tx1"/>
                </a:solidFill>
              </a:defRPr>
            </a:lvl1pPr>
          </a:lstStyle>
          <a:p>
            <a:r>
              <a:rPr lang="en-US"/>
              <a:t>Click to edit Master title style 3 lines</a:t>
            </a:r>
          </a:p>
        </p:txBody>
      </p:sp>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44182"/>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yellow and black background&#10;&#10;AI-generated content may be incorrect.">
            <a:extLst>
              <a:ext uri="{FF2B5EF4-FFF2-40B4-BE49-F238E27FC236}">
                <a16:creationId xmlns:a16="http://schemas.microsoft.com/office/drawing/2014/main" id="{A0167C0E-BF90-138A-0C4B-52B98A2A9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4839" y="1596711"/>
            <a:ext cx="7216396" cy="5258114"/>
          </a:xfrm>
          <a:prstGeom prst="rect">
            <a:avLst/>
          </a:prstGeom>
        </p:spPr>
      </p:pic>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yellow and black background&#10;&#10;AI-generated content may be incorrect.">
            <a:extLst>
              <a:ext uri="{FF2B5EF4-FFF2-40B4-BE49-F238E27FC236}">
                <a16:creationId xmlns:a16="http://schemas.microsoft.com/office/drawing/2014/main" id="{6E1091CC-D209-D104-59A7-DD525087D6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14839" y="1596711"/>
            <a:ext cx="7216396" cy="5258114"/>
          </a:xfrm>
          <a:prstGeom prst="rect">
            <a:avLst/>
          </a:prstGeom>
        </p:spPr>
      </p:pic>
      <p:pic>
        <p:nvPicPr>
          <p:cNvPr id="6" name="Picture 5" descr="A black background with yellow letters&#10;&#10;AI-generated content may be incorrect.">
            <a:extLst>
              <a:ext uri="{FF2B5EF4-FFF2-40B4-BE49-F238E27FC236}">
                <a16:creationId xmlns:a16="http://schemas.microsoft.com/office/drawing/2014/main" id="{64E61D71-C9FF-64FB-3663-52CE0C586A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329706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ver 8">
    <p:bg>
      <p:bgPr>
        <a:solidFill>
          <a:srgbClr val="FFCD2E"/>
        </a:solidFill>
        <a:effectLst/>
      </p:bgPr>
    </p:bg>
    <p:spTree>
      <p:nvGrpSpPr>
        <p:cNvPr id="1" name=""/>
        <p:cNvGrpSpPr/>
        <p:nvPr/>
      </p:nvGrpSpPr>
      <p:grpSpPr>
        <a:xfrm>
          <a:off x="0" y="0"/>
          <a:ext cx="0" cy="0"/>
          <a:chOff x="0" y="0"/>
          <a:chExt cx="0" cy="0"/>
        </a:xfrm>
      </p:grpSpPr>
      <p:pic>
        <p:nvPicPr>
          <p:cNvPr id="5" name="Picture 4" descr="A black background with pink triangles&#10;&#10;AI-generated content may be incorrect.">
            <a:extLst>
              <a:ext uri="{FF2B5EF4-FFF2-40B4-BE49-F238E27FC236}">
                <a16:creationId xmlns:a16="http://schemas.microsoft.com/office/drawing/2014/main" id="{E1D125B0-D938-8A00-B098-16B879936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2350"/>
            <a:ext cx="12192000" cy="5835650"/>
          </a:xfrm>
          <a:prstGeom prst="rect">
            <a:avLst/>
          </a:prstGeom>
        </p:spPr>
      </p:pic>
      <p:sp>
        <p:nvSpPr>
          <p:cNvPr id="3" name="Subtitle 2">
            <a:extLst>
              <a:ext uri="{FF2B5EF4-FFF2-40B4-BE49-F238E27FC236}">
                <a16:creationId xmlns:a16="http://schemas.microsoft.com/office/drawing/2014/main" id="{DF3C3E8E-933A-40B8-3E14-FFF857A5C2E8}"/>
              </a:ext>
            </a:extLst>
          </p:cNvPr>
          <p:cNvSpPr>
            <a:spLocks noGrp="1"/>
          </p:cNvSpPr>
          <p:nvPr>
            <p:ph type="subTitle" idx="1"/>
          </p:nvPr>
        </p:nvSpPr>
        <p:spPr>
          <a:xfrm>
            <a:off x="384691" y="444182"/>
            <a:ext cx="5662448" cy="555846"/>
          </a:xfrm>
        </p:spPr>
        <p:txBody>
          <a:bodyPr>
            <a:noAutofit/>
          </a:bodyPr>
          <a:lstStyle>
            <a:lvl1pPr marL="0" indent="0" algn="l">
              <a:lnSpc>
                <a:spcPct val="100000"/>
              </a:lnSpc>
              <a:spcBef>
                <a:spcPts val="0"/>
              </a:spcBef>
              <a:buNone/>
              <a:defRPr sz="2000" baseline="30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790974"/>
            <a:ext cx="8763113" cy="3151037"/>
          </a:xfrm>
        </p:spPr>
        <p:txBody>
          <a:bodyPr anchor="t" anchorCtr="0">
            <a:normAutofit/>
          </a:bodyPr>
          <a:lstStyle>
            <a:lvl1pPr algn="l">
              <a:lnSpc>
                <a:spcPct val="94000"/>
              </a:lnSpc>
              <a:defRPr sz="7100" b="0">
                <a:solidFill>
                  <a:schemeClr val="tx1"/>
                </a:solidFill>
              </a:defRPr>
            </a:lvl1pPr>
          </a:lstStyle>
          <a:p>
            <a:r>
              <a:rPr lang="en-US"/>
              <a:t>Click to edit Master title style 2 lines</a:t>
            </a:r>
          </a:p>
        </p:txBody>
      </p:sp>
      <p:sp>
        <p:nvSpPr>
          <p:cNvPr id="12" name="Text Placeholder 11">
            <a:extLst>
              <a:ext uri="{FF2B5EF4-FFF2-40B4-BE49-F238E27FC236}">
                <a16:creationId xmlns:a16="http://schemas.microsoft.com/office/drawing/2014/main" id="{E10482BC-D9CE-B61F-CB81-E1BC792BACDA}"/>
              </a:ext>
            </a:extLst>
          </p:cNvPr>
          <p:cNvSpPr>
            <a:spLocks noGrp="1"/>
          </p:cNvSpPr>
          <p:nvPr>
            <p:ph type="body" sz="quarter" idx="13" hasCustomPrompt="1"/>
          </p:nvPr>
        </p:nvSpPr>
        <p:spPr>
          <a:xfrm>
            <a:off x="384691" y="5113519"/>
            <a:ext cx="3321050" cy="881063"/>
          </a:xfrm>
        </p:spPr>
        <p:txBody>
          <a:bodyPr/>
          <a:lstStyle>
            <a:lvl1pPr>
              <a:spcBef>
                <a:spcPts val="200"/>
              </a:spcBef>
              <a:defRPr b="1">
                <a:solidFill>
                  <a:schemeClr val="tx1"/>
                </a:solidFill>
                <a:latin typeface="+mj-lt"/>
              </a:defRPr>
            </a:lvl1pPr>
            <a:lvl2pPr marL="1588" indent="0">
              <a:spcBef>
                <a:spcPts val="200"/>
              </a:spcBef>
              <a:buNone/>
              <a:defRPr>
                <a:solidFill>
                  <a:schemeClr val="tx1"/>
                </a:solidFill>
              </a:defRPr>
            </a:lvl2pPr>
            <a:lvl3pPr marL="0" indent="0">
              <a:spcBef>
                <a:spcPts val="200"/>
              </a:spcBef>
              <a:buNone/>
              <a:tabLst/>
              <a:defRPr>
                <a:solidFill>
                  <a:schemeClr val="accent5"/>
                </a:solidFill>
              </a:defRPr>
            </a:lvl3pPr>
            <a:lvl4pPr marL="0" indent="0">
              <a:spcBef>
                <a:spcPts val="200"/>
              </a:spcBef>
              <a:buNone/>
              <a:defRPr>
                <a:solidFill>
                  <a:schemeClr val="accent5"/>
                </a:solidFill>
              </a:defRPr>
            </a:lvl4pPr>
            <a:lvl5pPr marL="0" indent="0">
              <a:spcBef>
                <a:spcPts val="200"/>
              </a:spcBef>
              <a:buNone/>
              <a:defRPr>
                <a:solidFill>
                  <a:schemeClr val="accent5"/>
                </a:solidFill>
              </a:defRPr>
            </a:lvl5pPr>
          </a:lstStyle>
          <a:p>
            <a:pPr lvl="0"/>
            <a:r>
              <a:rPr lang="en-US"/>
              <a:t>Name</a:t>
            </a:r>
          </a:p>
          <a:p>
            <a:pPr lvl="1"/>
            <a:r>
              <a:rPr lang="en-US"/>
              <a:t>Title</a:t>
            </a:r>
          </a:p>
        </p:txBody>
      </p:sp>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pic>
        <p:nvPicPr>
          <p:cNvPr id="4" name="Picture 3" descr="A black background with pink triangles&#10;&#10;AI-generated content may be incorrect.">
            <a:extLst>
              <a:ext uri="{FF2B5EF4-FFF2-40B4-BE49-F238E27FC236}">
                <a16:creationId xmlns:a16="http://schemas.microsoft.com/office/drawing/2014/main" id="{72A822AF-5287-73EA-12C9-7D24D89623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22350"/>
            <a:ext cx="12192000" cy="5835650"/>
          </a:xfrm>
          <a:prstGeom prst="rect">
            <a:avLst/>
          </a:prstGeom>
        </p:spPr>
      </p:pic>
      <p:pic>
        <p:nvPicPr>
          <p:cNvPr id="6" name="Picture 5" descr="A black background with yellow letters&#10;&#10;AI-generated content may be incorrect.">
            <a:extLst>
              <a:ext uri="{FF2B5EF4-FFF2-40B4-BE49-F238E27FC236}">
                <a16:creationId xmlns:a16="http://schemas.microsoft.com/office/drawing/2014/main" id="{19F4D74F-35A8-2898-EAAA-6ECE893B4CD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0825" y="395848"/>
            <a:ext cx="2666484" cy="760043"/>
          </a:xfrm>
          <a:prstGeom prst="rect">
            <a:avLst/>
          </a:prstGeom>
        </p:spPr>
      </p:pic>
    </p:spTree>
    <p:extLst>
      <p:ext uri="{BB962C8B-B14F-4D97-AF65-F5344CB8AC3E}">
        <p14:creationId xmlns:p14="http://schemas.microsoft.com/office/powerpoint/2010/main" val="380968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D465-5459-4F30-6476-5269E899A1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387E05-1761-E7B5-B830-EDFF394D8942}"/>
              </a:ext>
            </a:extLst>
          </p:cNvPr>
          <p:cNvSpPr>
            <a:spLocks noGrp="1"/>
          </p:cNvSpPr>
          <p:nvPr>
            <p:ph idx="1"/>
          </p:nvPr>
        </p:nvSpPr>
        <p:spPr>
          <a:xfrm>
            <a:off x="380497" y="2185631"/>
            <a:ext cx="7547024" cy="39879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6E6EB87-D12C-DFFA-5A7E-568D6FEA4692}"/>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8A9FC736-20C5-F0EF-8BB1-4773CFFB3823}"/>
              </a:ext>
            </a:extLst>
          </p:cNvPr>
          <p:cNvSpPr>
            <a:spLocks noGrp="1"/>
          </p:cNvSpPr>
          <p:nvPr>
            <p:ph type="sldNum" sz="quarter" idx="12"/>
          </p:nvPr>
        </p:nvSpPr>
        <p:spPr/>
        <p:txBody>
          <a:bodyPr/>
          <a:lstStyle/>
          <a:p>
            <a:fld id="{CEECFCA9-F77F-4627-B4FF-32A2978341AA}" type="slidenum">
              <a:rPr lang="en-US" smtClean="0"/>
              <a:t>‹#›</a:t>
            </a:fld>
            <a:endParaRPr lang="en-US"/>
          </a:p>
        </p:txBody>
      </p:sp>
    </p:spTree>
    <p:extLst>
      <p:ext uri="{BB962C8B-B14F-4D97-AF65-F5344CB8AC3E}">
        <p14:creationId xmlns:p14="http://schemas.microsoft.com/office/powerpoint/2010/main" val="4253053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ubhead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D465-5459-4F30-6476-5269E899A18A}"/>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9" name="Text Placeholder 8">
            <a:extLst>
              <a:ext uri="{FF2B5EF4-FFF2-40B4-BE49-F238E27FC236}">
                <a16:creationId xmlns:a16="http://schemas.microsoft.com/office/drawing/2014/main" id="{751CD8C5-AA3F-A416-563A-D8A12E0D2FC1}"/>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91387E05-1761-E7B5-B830-EDFF394D8942}"/>
              </a:ext>
            </a:extLst>
          </p:cNvPr>
          <p:cNvSpPr>
            <a:spLocks noGrp="1"/>
          </p:cNvSpPr>
          <p:nvPr>
            <p:ph idx="1"/>
          </p:nvPr>
        </p:nvSpPr>
        <p:spPr>
          <a:xfrm>
            <a:off x="380497" y="2185631"/>
            <a:ext cx="7543800" cy="39879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6E6EB87-D12C-DFFA-5A7E-568D6FEA4692}"/>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8A9FC736-20C5-F0EF-8BB1-4773CFFB3823}"/>
              </a:ext>
            </a:extLst>
          </p:cNvPr>
          <p:cNvSpPr>
            <a:spLocks noGrp="1"/>
          </p:cNvSpPr>
          <p:nvPr>
            <p:ph type="sldNum" sz="quarter" idx="12"/>
          </p:nvPr>
        </p:nvSpPr>
        <p:spPr/>
        <p:txBody>
          <a:bodyPr/>
          <a:lstStyle/>
          <a:p>
            <a:fld id="{CEECFCA9-F77F-4627-B4FF-32A2978341AA}" type="slidenum">
              <a:rPr lang="en-US" smtClean="0"/>
              <a:t>‹#›</a:t>
            </a:fld>
            <a:endParaRPr lang="en-US"/>
          </a:p>
        </p:txBody>
      </p:sp>
    </p:spTree>
    <p:extLst>
      <p:ext uri="{BB962C8B-B14F-4D97-AF65-F5344CB8AC3E}">
        <p14:creationId xmlns:p14="http://schemas.microsoft.com/office/powerpoint/2010/main" val="1688905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ubhead, Subhead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D465-5459-4F30-6476-5269E899A18A}"/>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9" name="Text Placeholder 8">
            <a:extLst>
              <a:ext uri="{FF2B5EF4-FFF2-40B4-BE49-F238E27FC236}">
                <a16:creationId xmlns:a16="http://schemas.microsoft.com/office/drawing/2014/main" id="{751CD8C5-AA3F-A416-563A-D8A12E0D2FC1}"/>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4" name="Text Placeholder 2">
            <a:extLst>
              <a:ext uri="{FF2B5EF4-FFF2-40B4-BE49-F238E27FC236}">
                <a16:creationId xmlns:a16="http://schemas.microsoft.com/office/drawing/2014/main" id="{1EDCB4B0-5E33-4EB1-412F-6078EC7EA966}"/>
              </a:ext>
            </a:extLst>
          </p:cNvPr>
          <p:cNvSpPr>
            <a:spLocks noGrp="1"/>
          </p:cNvSpPr>
          <p:nvPr>
            <p:ph type="body" idx="14"/>
          </p:nvPr>
        </p:nvSpPr>
        <p:spPr>
          <a:xfrm>
            <a:off x="380496" y="1681162"/>
            <a:ext cx="7543799"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2">
            <a:extLst>
              <a:ext uri="{FF2B5EF4-FFF2-40B4-BE49-F238E27FC236}">
                <a16:creationId xmlns:a16="http://schemas.microsoft.com/office/drawing/2014/main" id="{91387E05-1761-E7B5-B830-EDFF394D8942}"/>
              </a:ext>
            </a:extLst>
          </p:cNvPr>
          <p:cNvSpPr>
            <a:spLocks noGrp="1"/>
          </p:cNvSpPr>
          <p:nvPr>
            <p:ph idx="1"/>
          </p:nvPr>
        </p:nvSpPr>
        <p:spPr>
          <a:xfrm>
            <a:off x="380497" y="2654105"/>
            <a:ext cx="7543800" cy="3519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6E6EB87-D12C-DFFA-5A7E-568D6FEA4692}"/>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8A9FC736-20C5-F0EF-8BB1-4773CFFB3823}"/>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2" name="Picture 11" descr="A black background with yellow letters&#10;&#10;AI-generated content may be incorrect.">
            <a:extLst>
              <a:ext uri="{FF2B5EF4-FFF2-40B4-BE49-F238E27FC236}">
                <a16:creationId xmlns:a16="http://schemas.microsoft.com/office/drawing/2014/main" id="{5675FA56-3525-FC5D-E8A2-7D44A88E9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3" name="Straight Connector 12">
            <a:extLst>
              <a:ext uri="{FF2B5EF4-FFF2-40B4-BE49-F238E27FC236}">
                <a16:creationId xmlns:a16="http://schemas.microsoft.com/office/drawing/2014/main" id="{D589E09E-FB4B-3539-9EEA-99BE2FE400E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C84B37F-C1DC-1BDE-32DE-96DA167CFF73}"/>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8EFE52AC-21A6-5D0A-4575-A83201A51181}"/>
              </a:ext>
            </a:extLst>
          </p:cNvPr>
          <p:cNvGrpSpPr/>
          <p:nvPr/>
        </p:nvGrpSpPr>
        <p:grpSpPr>
          <a:xfrm>
            <a:off x="380497" y="2361367"/>
            <a:ext cx="11427274" cy="144735"/>
            <a:chOff x="380497" y="1888670"/>
            <a:chExt cx="11427274" cy="144735"/>
          </a:xfrm>
        </p:grpSpPr>
        <p:pic>
          <p:nvPicPr>
            <p:cNvPr id="16" name="Graphic 15">
              <a:extLst>
                <a:ext uri="{FF2B5EF4-FFF2-40B4-BE49-F238E27FC236}">
                  <a16:creationId xmlns:a16="http://schemas.microsoft.com/office/drawing/2014/main" id="{C7041BC4-A2CC-4604-6F15-781B5AF007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7" name="Straight Connector 16">
              <a:extLst>
                <a:ext uri="{FF2B5EF4-FFF2-40B4-BE49-F238E27FC236}">
                  <a16:creationId xmlns:a16="http://schemas.microsoft.com/office/drawing/2014/main" id="{EF87E2FC-295C-A080-3B46-81E067864305}"/>
                </a:ext>
              </a:extLst>
            </p:cNvPr>
            <p:cNvCxnSpPr>
              <a:cxnSpLocks/>
            </p:cNvCxnSpPr>
            <p:nvPr/>
          </p:nvCxnSpPr>
          <p:spPr>
            <a:xfrm>
              <a:off x="380497" y="1904852"/>
              <a:ext cx="1142727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7" name="Picture 6" descr="A black background with yellow letters&#10;&#10;AI-generated content may be incorrect.">
            <a:extLst>
              <a:ext uri="{FF2B5EF4-FFF2-40B4-BE49-F238E27FC236}">
                <a16:creationId xmlns:a16="http://schemas.microsoft.com/office/drawing/2014/main" id="{88558B93-52CF-25DE-F981-372C9F739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8" name="Straight Connector 7">
            <a:extLst>
              <a:ext uri="{FF2B5EF4-FFF2-40B4-BE49-F238E27FC236}">
                <a16:creationId xmlns:a16="http://schemas.microsoft.com/office/drawing/2014/main" id="{2B03A40E-B7D2-CE41-79A0-4BD75943E44B}"/>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119DB3E-FA2C-7959-BF1D-A44A615157CA}"/>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3D1EF0A0-202F-F7CC-5760-F951C18EC9E2}"/>
              </a:ext>
            </a:extLst>
          </p:cNvPr>
          <p:cNvGrpSpPr/>
          <p:nvPr userDrawn="1"/>
        </p:nvGrpSpPr>
        <p:grpSpPr>
          <a:xfrm>
            <a:off x="380497" y="2361367"/>
            <a:ext cx="11427274" cy="144735"/>
            <a:chOff x="380497" y="1888670"/>
            <a:chExt cx="11427274" cy="144735"/>
          </a:xfrm>
        </p:grpSpPr>
        <p:pic>
          <p:nvPicPr>
            <p:cNvPr id="18" name="Graphic 17">
              <a:extLst>
                <a:ext uri="{FF2B5EF4-FFF2-40B4-BE49-F238E27FC236}">
                  <a16:creationId xmlns:a16="http://schemas.microsoft.com/office/drawing/2014/main" id="{F35CA3CB-7BF9-F055-CDD1-18F05E3C382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9" name="Straight Connector 18">
              <a:extLst>
                <a:ext uri="{FF2B5EF4-FFF2-40B4-BE49-F238E27FC236}">
                  <a16:creationId xmlns:a16="http://schemas.microsoft.com/office/drawing/2014/main" id="{781826EB-03F8-B938-E11B-10CED06FC488}"/>
                </a:ext>
              </a:extLst>
            </p:cNvPr>
            <p:cNvCxnSpPr>
              <a:cxnSpLocks/>
            </p:cNvCxnSpPr>
            <p:nvPr userDrawn="1"/>
          </p:nvCxnSpPr>
          <p:spPr>
            <a:xfrm>
              <a:off x="380497" y="1904852"/>
              <a:ext cx="1142727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24779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ection Header 01">
    <p:bg>
      <p:bgPr>
        <a:solidFill>
          <a:srgbClr val="A805FB"/>
        </a:solidFill>
        <a:effectLst/>
      </p:bgPr>
    </p:bg>
    <p:spTree>
      <p:nvGrpSpPr>
        <p:cNvPr id="1" name=""/>
        <p:cNvGrpSpPr/>
        <p:nvPr/>
      </p:nvGrpSpPr>
      <p:grpSpPr>
        <a:xfrm>
          <a:off x="0" y="0"/>
          <a:ext cx="0" cy="0"/>
          <a:chOff x="0" y="0"/>
          <a:chExt cx="0" cy="0"/>
        </a:xfrm>
      </p:grpSpPr>
      <p:sp>
        <p:nvSpPr>
          <p:cNvPr id="15" name="Text Placeholder 6">
            <a:extLst>
              <a:ext uri="{FF2B5EF4-FFF2-40B4-BE49-F238E27FC236}">
                <a16:creationId xmlns:a16="http://schemas.microsoft.com/office/drawing/2014/main" id="{C83E9EE1-C186-DCD5-661F-A95214832B62}"/>
              </a:ext>
            </a:extLst>
          </p:cNvPr>
          <p:cNvSpPr>
            <a:spLocks noGrp="1"/>
          </p:cNvSpPr>
          <p:nvPr>
            <p:ph type="body" sz="quarter" idx="13" hasCustomPrompt="1"/>
          </p:nvPr>
        </p:nvSpPr>
        <p:spPr>
          <a:xfrm>
            <a:off x="1354976" y="437889"/>
            <a:ext cx="1467737" cy="2080773"/>
          </a:xfrm>
        </p:spPr>
        <p:txBody>
          <a:bodyPr anchor="b" anchorCtr="0">
            <a:noAutofit/>
          </a:bodyPr>
          <a:lstStyle>
            <a:lvl1pPr marL="0" indent="0">
              <a:lnSpc>
                <a:spcPct val="100000"/>
              </a:lnSpc>
              <a:buFont typeface="Arial" panose="020B0604020202020204" pitchFamily="34" charset="0"/>
              <a:buNone/>
              <a:defRPr sz="5000">
                <a:solidFill>
                  <a:schemeClr val="bg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NN</a:t>
            </a:r>
          </a:p>
        </p:txBody>
      </p:sp>
      <p:sp>
        <p:nvSpPr>
          <p:cNvPr id="2" name="Title 1">
            <a:extLst>
              <a:ext uri="{FF2B5EF4-FFF2-40B4-BE49-F238E27FC236}">
                <a16:creationId xmlns:a16="http://schemas.microsoft.com/office/drawing/2014/main" id="{2D116A52-1457-90F1-2A7C-1D5B3D5D8246}"/>
              </a:ext>
            </a:extLst>
          </p:cNvPr>
          <p:cNvSpPr>
            <a:spLocks noGrp="1"/>
          </p:cNvSpPr>
          <p:nvPr>
            <p:ph type="title" hasCustomPrompt="1"/>
          </p:nvPr>
        </p:nvSpPr>
        <p:spPr>
          <a:xfrm>
            <a:off x="3300153" y="437889"/>
            <a:ext cx="8072235" cy="2852737"/>
          </a:xfrm>
        </p:spPr>
        <p:txBody>
          <a:bodyPr anchor="b"/>
          <a:lstStyle>
            <a:lvl1pPr>
              <a:defRPr sz="5200" b="0">
                <a:solidFill>
                  <a:schemeClr val="bg1"/>
                </a:solidFill>
              </a:defRPr>
            </a:lvl1pPr>
          </a:lstStyle>
          <a:p>
            <a:r>
              <a:rPr lang="en-US"/>
              <a:t>Click to edit Master section style</a:t>
            </a:r>
          </a:p>
        </p:txBody>
      </p:sp>
      <p:sp>
        <p:nvSpPr>
          <p:cNvPr id="3" name="Text Placeholder 2">
            <a:extLst>
              <a:ext uri="{FF2B5EF4-FFF2-40B4-BE49-F238E27FC236}">
                <a16:creationId xmlns:a16="http://schemas.microsoft.com/office/drawing/2014/main" id="{1BF06F6B-677F-094F-188F-9B79A5B10459}"/>
              </a:ext>
            </a:extLst>
          </p:cNvPr>
          <p:cNvSpPr>
            <a:spLocks noGrp="1"/>
          </p:cNvSpPr>
          <p:nvPr>
            <p:ph type="body" idx="1"/>
          </p:nvPr>
        </p:nvSpPr>
        <p:spPr>
          <a:xfrm>
            <a:off x="3300153" y="3703942"/>
            <a:ext cx="8072235" cy="1500187"/>
          </a:xfrm>
        </p:spPr>
        <p:txBody>
          <a:bodyPr/>
          <a:lstStyle>
            <a:lvl1pPr marL="0" indent="0">
              <a:lnSpc>
                <a:spcPct val="100000"/>
              </a:lnSpc>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8D920F3-61AC-1322-0570-4BD5E0152949}"/>
              </a:ext>
            </a:extLst>
          </p:cNvPr>
          <p:cNvSpPr>
            <a:spLocks noGrp="1"/>
          </p:cNvSpPr>
          <p:nvPr>
            <p:ph type="ftr" sz="quarter" idx="11"/>
          </p:nvPr>
        </p:nvSpPr>
        <p:spPr/>
        <p:txBody>
          <a:bodyPr/>
          <a:lstStyle>
            <a:lvl1pPr>
              <a:defRPr>
                <a:solidFill>
                  <a:schemeClr val="bg1"/>
                </a:solidFill>
              </a:defRPr>
            </a:lvl1pPr>
          </a:lstStyle>
          <a:p>
            <a:r>
              <a:rPr lang="en-US"/>
              <a:t>© 2025 CoreLogic, Inc.</a:t>
            </a:r>
          </a:p>
        </p:txBody>
      </p:sp>
      <p:sp>
        <p:nvSpPr>
          <p:cNvPr id="6" name="Slide Number Placeholder 5">
            <a:extLst>
              <a:ext uri="{FF2B5EF4-FFF2-40B4-BE49-F238E27FC236}">
                <a16:creationId xmlns:a16="http://schemas.microsoft.com/office/drawing/2014/main" id="{20FF5716-2351-AA7C-511C-20F037F5FB86}"/>
              </a:ext>
            </a:extLst>
          </p:cNvPr>
          <p:cNvSpPr>
            <a:spLocks noGrp="1"/>
          </p:cNvSpPr>
          <p:nvPr>
            <p:ph type="sldNum" sz="quarter" idx="12"/>
          </p:nvPr>
        </p:nvSpPr>
        <p:spPr/>
        <p:txBody>
          <a:bodyPr/>
          <a:lstStyle>
            <a:lvl1pPr>
              <a:defRPr>
                <a:solidFill>
                  <a:schemeClr val="bg1"/>
                </a:solidFill>
              </a:defRPr>
            </a:lvl1pPr>
          </a:lstStyle>
          <a:p>
            <a:fld id="{CEECFCA9-F77F-4627-B4FF-32A2978341AA}" type="slidenum">
              <a:rPr lang="en-US" smtClean="0"/>
              <a:pPr/>
              <a:t>‹#›</a:t>
            </a:fld>
            <a:endParaRPr lang="en-US"/>
          </a:p>
        </p:txBody>
      </p:sp>
      <p:pic>
        <p:nvPicPr>
          <p:cNvPr id="12" name="Picture 11">
            <a:extLst>
              <a:ext uri="{FF2B5EF4-FFF2-40B4-BE49-F238E27FC236}">
                <a16:creationId xmlns:a16="http://schemas.microsoft.com/office/drawing/2014/main" id="{638D4350-7323-DCE5-2084-B9F26F5FD17D}"/>
              </a:ext>
            </a:extLst>
          </p:cNvPr>
          <p:cNvPicPr>
            <a:picLocks noChangeAspect="1"/>
          </p:cNvPicPr>
          <p:nvPr/>
        </p:nvPicPr>
        <p:blipFill>
          <a:blip r:embed="rId2">
            <a:extLst>
              <a:ext uri="{28A0092B-C50C-407E-A947-70E740481C1C}">
                <a14:useLocalDpi xmlns:a14="http://schemas.microsoft.com/office/drawing/2010/main" val="0"/>
              </a:ext>
            </a:extLst>
          </a:blip>
          <a:srcRect l="16" r="16"/>
          <a:stretch/>
        </p:blipFill>
        <p:spPr bwMode="black">
          <a:xfrm>
            <a:off x="382304" y="6556212"/>
            <a:ext cx="798580" cy="227696"/>
          </a:xfrm>
          <a:prstGeom prst="rect">
            <a:avLst/>
          </a:prstGeom>
        </p:spPr>
      </p:pic>
      <p:cxnSp>
        <p:nvCxnSpPr>
          <p:cNvPr id="13" name="Straight Connector 12">
            <a:extLst>
              <a:ext uri="{FF2B5EF4-FFF2-40B4-BE49-F238E27FC236}">
                <a16:creationId xmlns:a16="http://schemas.microsoft.com/office/drawing/2014/main" id="{44B170EC-FE0C-CEFE-6425-DD695505B019}"/>
              </a:ext>
            </a:extLst>
          </p:cNvPr>
          <p:cNvCxnSpPr>
            <a:cxnSpLocks/>
          </p:cNvCxnSpPr>
          <p:nvPr/>
        </p:nvCxnSpPr>
        <p:spPr>
          <a:xfrm>
            <a:off x="380497" y="6476611"/>
            <a:ext cx="11427274"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CFE649-E49F-78FC-5410-493B56E24B7A}"/>
              </a:ext>
            </a:extLst>
          </p:cNvPr>
          <p:cNvCxnSpPr>
            <a:cxnSpLocks/>
          </p:cNvCxnSpPr>
          <p:nvPr/>
        </p:nvCxnSpPr>
        <p:spPr>
          <a:xfrm>
            <a:off x="11553087" y="6579704"/>
            <a:ext cx="0" cy="168816"/>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A6C21695-69AB-B5ED-C6E8-A03FF8973D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pic>
        <p:nvPicPr>
          <p:cNvPr id="7" name="Picture 6">
            <a:extLst>
              <a:ext uri="{FF2B5EF4-FFF2-40B4-BE49-F238E27FC236}">
                <a16:creationId xmlns:a16="http://schemas.microsoft.com/office/drawing/2014/main" id="{10A1F118-2535-8149-AAED-004F4ADE8043}"/>
              </a:ext>
            </a:extLst>
          </p:cNvPr>
          <p:cNvPicPr>
            <a:picLocks noChangeAspect="1"/>
          </p:cNvPicPr>
          <p:nvPr userDrawn="1"/>
        </p:nvPicPr>
        <p:blipFill>
          <a:blip r:embed="rId2">
            <a:extLst>
              <a:ext uri="{28A0092B-C50C-407E-A947-70E740481C1C}">
                <a14:useLocalDpi xmlns:a14="http://schemas.microsoft.com/office/drawing/2010/main" val="0"/>
              </a:ext>
            </a:extLst>
          </a:blip>
          <a:srcRect l="16" r="16"/>
          <a:stretch/>
        </p:blipFill>
        <p:spPr bwMode="black">
          <a:xfrm>
            <a:off x="382304" y="6556212"/>
            <a:ext cx="798580" cy="227696"/>
          </a:xfrm>
          <a:prstGeom prst="rect">
            <a:avLst/>
          </a:prstGeom>
        </p:spPr>
      </p:pic>
      <p:cxnSp>
        <p:nvCxnSpPr>
          <p:cNvPr id="8" name="Straight Connector 7">
            <a:extLst>
              <a:ext uri="{FF2B5EF4-FFF2-40B4-BE49-F238E27FC236}">
                <a16:creationId xmlns:a16="http://schemas.microsoft.com/office/drawing/2014/main" id="{4B4E2641-02C3-2D6E-0455-C697753020BD}"/>
              </a:ext>
            </a:extLst>
          </p:cNvPr>
          <p:cNvCxnSpPr>
            <a:cxnSpLocks/>
          </p:cNvCxnSpPr>
          <p:nvPr userDrawn="1"/>
        </p:nvCxnSpPr>
        <p:spPr>
          <a:xfrm>
            <a:off x="380497" y="6476611"/>
            <a:ext cx="11427274"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12AC284-F2FD-4D71-A316-5717952CE396}"/>
              </a:ext>
            </a:extLst>
          </p:cNvPr>
          <p:cNvCxnSpPr>
            <a:cxnSpLocks/>
          </p:cNvCxnSpPr>
          <p:nvPr userDrawn="1"/>
        </p:nvCxnSpPr>
        <p:spPr>
          <a:xfrm>
            <a:off x="11553087" y="6579704"/>
            <a:ext cx="0" cy="168816"/>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77E339C2-E1AD-9766-C71A-72D707CCFBD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spTree>
    <p:extLst>
      <p:ext uri="{BB962C8B-B14F-4D97-AF65-F5344CB8AC3E}">
        <p14:creationId xmlns:p14="http://schemas.microsoft.com/office/powerpoint/2010/main" val="42868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ection Header 02">
    <p:bg>
      <p:bgPr>
        <a:solidFill>
          <a:srgbClr val="DD37D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B999B54-67D7-02D2-9465-C55F4072BBAD}"/>
              </a:ext>
            </a:extLst>
          </p:cNvPr>
          <p:cNvSpPr>
            <a:spLocks noGrp="1"/>
          </p:cNvSpPr>
          <p:nvPr>
            <p:ph type="body" sz="quarter" idx="13" hasCustomPrompt="1"/>
          </p:nvPr>
        </p:nvSpPr>
        <p:spPr>
          <a:xfrm>
            <a:off x="1354976" y="437889"/>
            <a:ext cx="1467737" cy="2080773"/>
          </a:xfrm>
        </p:spPr>
        <p:txBody>
          <a:bodyPr anchor="b" anchorCtr="0">
            <a:noAutofit/>
          </a:bodyPr>
          <a:lstStyle>
            <a:lvl1pPr marL="0" indent="0">
              <a:lnSpc>
                <a:spcPct val="100000"/>
              </a:lnSpc>
              <a:buFont typeface="Arial" panose="020B0604020202020204" pitchFamily="34" charset="0"/>
              <a:buNone/>
              <a:defRPr sz="5000"/>
            </a:lvl1pPr>
            <a:lvl2pPr marL="1588" indent="0">
              <a:buNone/>
              <a:defRPr/>
            </a:lvl2pPr>
            <a:lvl3pPr marL="228600" indent="0">
              <a:buNone/>
              <a:defRPr/>
            </a:lvl3pPr>
            <a:lvl4pPr marL="458788" indent="0">
              <a:buNone/>
              <a:defRPr/>
            </a:lvl4pPr>
            <a:lvl5pPr marL="685800" indent="0">
              <a:buNone/>
              <a:defRPr/>
            </a:lvl5pPr>
          </a:lstStyle>
          <a:p>
            <a:pPr lvl="0"/>
            <a:r>
              <a:rPr lang="en-US"/>
              <a:t>NN</a:t>
            </a:r>
          </a:p>
        </p:txBody>
      </p:sp>
      <p:sp>
        <p:nvSpPr>
          <p:cNvPr id="2" name="Title 1">
            <a:extLst>
              <a:ext uri="{FF2B5EF4-FFF2-40B4-BE49-F238E27FC236}">
                <a16:creationId xmlns:a16="http://schemas.microsoft.com/office/drawing/2014/main" id="{2D116A52-1457-90F1-2A7C-1D5B3D5D8246}"/>
              </a:ext>
            </a:extLst>
          </p:cNvPr>
          <p:cNvSpPr>
            <a:spLocks noGrp="1"/>
          </p:cNvSpPr>
          <p:nvPr>
            <p:ph type="title" hasCustomPrompt="1"/>
          </p:nvPr>
        </p:nvSpPr>
        <p:spPr>
          <a:xfrm>
            <a:off x="3300153" y="437889"/>
            <a:ext cx="8072235" cy="2852737"/>
          </a:xfrm>
        </p:spPr>
        <p:txBody>
          <a:bodyPr anchor="b"/>
          <a:lstStyle>
            <a:lvl1pPr>
              <a:defRPr sz="5200" b="0">
                <a:solidFill>
                  <a:srgbClr val="1E1405"/>
                </a:solidFill>
              </a:defRPr>
            </a:lvl1pPr>
          </a:lstStyle>
          <a:p>
            <a:r>
              <a:rPr lang="en-US"/>
              <a:t>Click to edit Master section style</a:t>
            </a:r>
          </a:p>
        </p:txBody>
      </p:sp>
      <p:sp>
        <p:nvSpPr>
          <p:cNvPr id="3" name="Text Placeholder 2">
            <a:extLst>
              <a:ext uri="{FF2B5EF4-FFF2-40B4-BE49-F238E27FC236}">
                <a16:creationId xmlns:a16="http://schemas.microsoft.com/office/drawing/2014/main" id="{1BF06F6B-677F-094F-188F-9B79A5B10459}"/>
              </a:ext>
            </a:extLst>
          </p:cNvPr>
          <p:cNvSpPr>
            <a:spLocks noGrp="1"/>
          </p:cNvSpPr>
          <p:nvPr>
            <p:ph type="body" idx="1"/>
          </p:nvPr>
        </p:nvSpPr>
        <p:spPr>
          <a:xfrm>
            <a:off x="3300153" y="3703942"/>
            <a:ext cx="8072235" cy="1500187"/>
          </a:xfrm>
        </p:spPr>
        <p:txBody>
          <a:bodyPr/>
          <a:lstStyle>
            <a:lvl1pPr marL="0" indent="0">
              <a:lnSpc>
                <a:spcPct val="100000"/>
              </a:lnSpc>
              <a:buNone/>
              <a:defRPr sz="2400">
                <a:solidFill>
                  <a:srgbClr val="1E1405"/>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8D920F3-61AC-1322-0570-4BD5E0152949}"/>
              </a:ext>
            </a:extLst>
          </p:cNvPr>
          <p:cNvSpPr>
            <a:spLocks noGrp="1"/>
          </p:cNvSpPr>
          <p:nvPr>
            <p:ph type="ftr" sz="quarter" idx="11"/>
          </p:nvPr>
        </p:nvSpPr>
        <p:spPr/>
        <p:txBody>
          <a:bodyPr/>
          <a:lstStyle>
            <a:lvl1pPr>
              <a:defRPr>
                <a:solidFill>
                  <a:srgbClr val="1E1405"/>
                </a:solidFill>
              </a:defRPr>
            </a:lvl1pPr>
          </a:lstStyle>
          <a:p>
            <a:r>
              <a:rPr lang="en-US"/>
              <a:t>© 2025 CoreLogic, Inc.</a:t>
            </a:r>
          </a:p>
        </p:txBody>
      </p:sp>
      <p:sp>
        <p:nvSpPr>
          <p:cNvPr id="6" name="Slide Number Placeholder 5">
            <a:extLst>
              <a:ext uri="{FF2B5EF4-FFF2-40B4-BE49-F238E27FC236}">
                <a16:creationId xmlns:a16="http://schemas.microsoft.com/office/drawing/2014/main" id="{20FF5716-2351-AA7C-511C-20F037F5FB86}"/>
              </a:ext>
            </a:extLst>
          </p:cNvPr>
          <p:cNvSpPr>
            <a:spLocks noGrp="1"/>
          </p:cNvSpPr>
          <p:nvPr>
            <p:ph type="sldNum" sz="quarter" idx="12"/>
          </p:nvPr>
        </p:nvSpPr>
        <p:spPr/>
        <p:txBody>
          <a:bodyPr/>
          <a:lstStyle>
            <a:lvl1pPr>
              <a:defRPr>
                <a:solidFill>
                  <a:srgbClr val="1E1405"/>
                </a:solidFill>
              </a:defRPr>
            </a:lvl1pPr>
          </a:lstStyle>
          <a:p>
            <a:fld id="{CEECFCA9-F77F-4627-B4FF-32A2978341AA}" type="slidenum">
              <a:rPr lang="en-US" smtClean="0"/>
              <a:pPr/>
              <a:t>‹#›</a:t>
            </a:fld>
            <a:endParaRPr lang="en-US"/>
          </a:p>
        </p:txBody>
      </p:sp>
      <p:pic>
        <p:nvPicPr>
          <p:cNvPr id="12" name="Picture 11">
            <a:extLst>
              <a:ext uri="{FF2B5EF4-FFF2-40B4-BE49-F238E27FC236}">
                <a16:creationId xmlns:a16="http://schemas.microsoft.com/office/drawing/2014/main" id="{638D4350-7323-DCE5-2084-B9F26F5FD17D}"/>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grpSp>
        <p:nvGrpSpPr>
          <p:cNvPr id="4" name="Group 3">
            <a:extLst>
              <a:ext uri="{FF2B5EF4-FFF2-40B4-BE49-F238E27FC236}">
                <a16:creationId xmlns:a16="http://schemas.microsoft.com/office/drawing/2014/main" id="{29BFAF33-CAC3-4543-3A9D-57C59B223801}"/>
              </a:ext>
            </a:extLst>
          </p:cNvPr>
          <p:cNvGrpSpPr/>
          <p:nvPr/>
        </p:nvGrpSpPr>
        <p:grpSpPr>
          <a:xfrm>
            <a:off x="380497" y="6476611"/>
            <a:ext cx="11427274" cy="271909"/>
            <a:chOff x="380497" y="6476611"/>
            <a:chExt cx="11427274" cy="271909"/>
          </a:xfrm>
        </p:grpSpPr>
        <p:cxnSp>
          <p:nvCxnSpPr>
            <p:cNvPr id="13" name="Straight Connector 12">
              <a:extLst>
                <a:ext uri="{FF2B5EF4-FFF2-40B4-BE49-F238E27FC236}">
                  <a16:creationId xmlns:a16="http://schemas.microsoft.com/office/drawing/2014/main" id="{44B170EC-FE0C-CEFE-6425-DD695505B01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CFE649-E49F-78FC-5410-493B56E24B7A}"/>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5" name="Graphic 14">
            <a:extLst>
              <a:ext uri="{FF2B5EF4-FFF2-40B4-BE49-F238E27FC236}">
                <a16:creationId xmlns:a16="http://schemas.microsoft.com/office/drawing/2014/main" id="{33A09832-2448-B9CE-110F-7FD615B6FA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pic>
        <p:nvPicPr>
          <p:cNvPr id="8" name="Picture 7">
            <a:extLst>
              <a:ext uri="{FF2B5EF4-FFF2-40B4-BE49-F238E27FC236}">
                <a16:creationId xmlns:a16="http://schemas.microsoft.com/office/drawing/2014/main" id="{EED172AA-C4B2-00BF-73F3-480A0F5147E2}"/>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grpSp>
        <p:nvGrpSpPr>
          <p:cNvPr id="9" name="Group 8">
            <a:extLst>
              <a:ext uri="{FF2B5EF4-FFF2-40B4-BE49-F238E27FC236}">
                <a16:creationId xmlns:a16="http://schemas.microsoft.com/office/drawing/2014/main" id="{510CE6E1-D251-8A92-CCF1-35DECAFB42A6}"/>
              </a:ext>
            </a:extLst>
          </p:cNvPr>
          <p:cNvGrpSpPr/>
          <p:nvPr userDrawn="1"/>
        </p:nvGrpSpPr>
        <p:grpSpPr>
          <a:xfrm>
            <a:off x="380497" y="6476611"/>
            <a:ext cx="11427274" cy="271909"/>
            <a:chOff x="380497" y="6476611"/>
            <a:chExt cx="11427274" cy="271909"/>
          </a:xfrm>
        </p:grpSpPr>
        <p:cxnSp>
          <p:nvCxnSpPr>
            <p:cNvPr id="10" name="Straight Connector 9">
              <a:extLst>
                <a:ext uri="{FF2B5EF4-FFF2-40B4-BE49-F238E27FC236}">
                  <a16:creationId xmlns:a16="http://schemas.microsoft.com/office/drawing/2014/main" id="{31C1019B-C021-DC81-C4B6-DB675DA49F72}"/>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89ED4AE-1034-ACD9-E223-E5936DDDD970}"/>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6" name="Graphic 15">
            <a:extLst>
              <a:ext uri="{FF2B5EF4-FFF2-40B4-BE49-F238E27FC236}">
                <a16:creationId xmlns:a16="http://schemas.microsoft.com/office/drawing/2014/main" id="{E395E4CB-37B4-A8A2-7DCF-4089F926C52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spTree>
    <p:extLst>
      <p:ext uri="{BB962C8B-B14F-4D97-AF65-F5344CB8AC3E}">
        <p14:creationId xmlns:p14="http://schemas.microsoft.com/office/powerpoint/2010/main" val="111729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Header 03">
    <p:bg>
      <p:bgPr>
        <a:solidFill>
          <a:srgbClr val="FF6E80"/>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B999B54-67D7-02D2-9465-C55F4072BBAD}"/>
              </a:ext>
            </a:extLst>
          </p:cNvPr>
          <p:cNvSpPr>
            <a:spLocks noGrp="1"/>
          </p:cNvSpPr>
          <p:nvPr>
            <p:ph type="body" sz="quarter" idx="13" hasCustomPrompt="1"/>
          </p:nvPr>
        </p:nvSpPr>
        <p:spPr>
          <a:xfrm>
            <a:off x="1354976" y="437889"/>
            <a:ext cx="1467737" cy="2080773"/>
          </a:xfrm>
        </p:spPr>
        <p:txBody>
          <a:bodyPr anchor="b" anchorCtr="0">
            <a:noAutofit/>
          </a:bodyPr>
          <a:lstStyle>
            <a:lvl1pPr marL="0" indent="0">
              <a:lnSpc>
                <a:spcPct val="100000"/>
              </a:lnSpc>
              <a:buFont typeface="Arial" panose="020B0604020202020204" pitchFamily="34" charset="0"/>
              <a:buNone/>
              <a:defRPr sz="50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NN</a:t>
            </a:r>
          </a:p>
        </p:txBody>
      </p:sp>
      <p:sp>
        <p:nvSpPr>
          <p:cNvPr id="2" name="Title 1">
            <a:extLst>
              <a:ext uri="{FF2B5EF4-FFF2-40B4-BE49-F238E27FC236}">
                <a16:creationId xmlns:a16="http://schemas.microsoft.com/office/drawing/2014/main" id="{2D116A52-1457-90F1-2A7C-1D5B3D5D8246}"/>
              </a:ext>
            </a:extLst>
          </p:cNvPr>
          <p:cNvSpPr>
            <a:spLocks noGrp="1"/>
          </p:cNvSpPr>
          <p:nvPr>
            <p:ph type="title" hasCustomPrompt="1"/>
          </p:nvPr>
        </p:nvSpPr>
        <p:spPr>
          <a:xfrm>
            <a:off x="3300153" y="437889"/>
            <a:ext cx="8072235" cy="2852737"/>
          </a:xfrm>
        </p:spPr>
        <p:txBody>
          <a:bodyPr anchor="b"/>
          <a:lstStyle>
            <a:lvl1pPr>
              <a:defRPr sz="5200" b="0">
                <a:solidFill>
                  <a:schemeClr val="tx1"/>
                </a:solidFill>
              </a:defRPr>
            </a:lvl1pPr>
          </a:lstStyle>
          <a:p>
            <a:r>
              <a:rPr lang="en-US"/>
              <a:t>Click to edit Master section style</a:t>
            </a:r>
          </a:p>
        </p:txBody>
      </p:sp>
      <p:sp>
        <p:nvSpPr>
          <p:cNvPr id="3" name="Text Placeholder 2">
            <a:extLst>
              <a:ext uri="{FF2B5EF4-FFF2-40B4-BE49-F238E27FC236}">
                <a16:creationId xmlns:a16="http://schemas.microsoft.com/office/drawing/2014/main" id="{1BF06F6B-677F-094F-188F-9B79A5B10459}"/>
              </a:ext>
            </a:extLst>
          </p:cNvPr>
          <p:cNvSpPr>
            <a:spLocks noGrp="1"/>
          </p:cNvSpPr>
          <p:nvPr>
            <p:ph type="body" idx="1"/>
          </p:nvPr>
        </p:nvSpPr>
        <p:spPr>
          <a:xfrm>
            <a:off x="3300153" y="3703942"/>
            <a:ext cx="8072235" cy="1500187"/>
          </a:xfrm>
        </p:spPr>
        <p:txBody>
          <a:bodyPr/>
          <a:lstStyle>
            <a:lvl1pPr marL="0" indent="0">
              <a:lnSpc>
                <a:spcPct val="100000"/>
              </a:lnSpc>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8D920F3-61AC-1322-0570-4BD5E0152949}"/>
              </a:ext>
            </a:extLst>
          </p:cNvPr>
          <p:cNvSpPr>
            <a:spLocks noGrp="1"/>
          </p:cNvSpPr>
          <p:nvPr>
            <p:ph type="ftr" sz="quarter" idx="11"/>
          </p:nvPr>
        </p:nvSpPr>
        <p:spPr/>
        <p:txBody>
          <a:bodyPr/>
          <a:lstStyle>
            <a:lvl1pPr>
              <a:defRPr>
                <a:solidFill>
                  <a:srgbClr val="1E1405"/>
                </a:solidFill>
              </a:defRPr>
            </a:lvl1pPr>
          </a:lstStyle>
          <a:p>
            <a:r>
              <a:rPr lang="en-US"/>
              <a:t>© 2025 CoreLogic, Inc.</a:t>
            </a:r>
          </a:p>
        </p:txBody>
      </p:sp>
      <p:sp>
        <p:nvSpPr>
          <p:cNvPr id="6" name="Slide Number Placeholder 5">
            <a:extLst>
              <a:ext uri="{FF2B5EF4-FFF2-40B4-BE49-F238E27FC236}">
                <a16:creationId xmlns:a16="http://schemas.microsoft.com/office/drawing/2014/main" id="{20FF5716-2351-AA7C-511C-20F037F5FB86}"/>
              </a:ext>
            </a:extLst>
          </p:cNvPr>
          <p:cNvSpPr>
            <a:spLocks noGrp="1"/>
          </p:cNvSpPr>
          <p:nvPr>
            <p:ph type="sldNum" sz="quarter" idx="12"/>
          </p:nvPr>
        </p:nvSpPr>
        <p:spPr/>
        <p:txBody>
          <a:bodyPr/>
          <a:lstStyle>
            <a:lvl1pPr>
              <a:defRPr>
                <a:solidFill>
                  <a:srgbClr val="1E1405"/>
                </a:solidFill>
              </a:defRPr>
            </a:lvl1pPr>
          </a:lstStyle>
          <a:p>
            <a:fld id="{CEECFCA9-F77F-4627-B4FF-32A2978341AA}" type="slidenum">
              <a:rPr lang="en-US" smtClean="0"/>
              <a:pPr/>
              <a:t>‹#›</a:t>
            </a:fld>
            <a:endParaRPr lang="en-US"/>
          </a:p>
        </p:txBody>
      </p:sp>
      <p:pic>
        <p:nvPicPr>
          <p:cNvPr id="12" name="Picture 11">
            <a:extLst>
              <a:ext uri="{FF2B5EF4-FFF2-40B4-BE49-F238E27FC236}">
                <a16:creationId xmlns:a16="http://schemas.microsoft.com/office/drawing/2014/main" id="{638D4350-7323-DCE5-2084-B9F26F5FD17D}"/>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13" name="Straight Connector 12">
            <a:extLst>
              <a:ext uri="{FF2B5EF4-FFF2-40B4-BE49-F238E27FC236}">
                <a16:creationId xmlns:a16="http://schemas.microsoft.com/office/drawing/2014/main" id="{44B170EC-FE0C-CEFE-6425-DD695505B01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CFE649-E49F-78FC-5410-493B56E24B7A}"/>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B3C69FDE-BDD1-D709-8538-E690AC6177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pic>
        <p:nvPicPr>
          <p:cNvPr id="8" name="Picture 7">
            <a:extLst>
              <a:ext uri="{FF2B5EF4-FFF2-40B4-BE49-F238E27FC236}">
                <a16:creationId xmlns:a16="http://schemas.microsoft.com/office/drawing/2014/main" id="{1D399FA5-0053-3130-9962-A4E7B5F74BC0}"/>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9" name="Straight Connector 8">
            <a:extLst>
              <a:ext uri="{FF2B5EF4-FFF2-40B4-BE49-F238E27FC236}">
                <a16:creationId xmlns:a16="http://schemas.microsoft.com/office/drawing/2014/main" id="{89433C3F-99EB-2855-57D4-67888C91F674}"/>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83905D-CE19-9A28-0A45-EB37E65CA53E}"/>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1" name="Graphic 10">
            <a:extLst>
              <a:ext uri="{FF2B5EF4-FFF2-40B4-BE49-F238E27FC236}">
                <a16:creationId xmlns:a16="http://schemas.microsoft.com/office/drawing/2014/main" id="{970F766A-4ED6-68BC-7BCE-774ECB1515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spTree>
    <p:extLst>
      <p:ext uri="{BB962C8B-B14F-4D97-AF65-F5344CB8AC3E}">
        <p14:creationId xmlns:p14="http://schemas.microsoft.com/office/powerpoint/2010/main" val="293623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04">
    <p:bg>
      <p:bgPr>
        <a:solidFill>
          <a:srgbClr val="FF8E65"/>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B999B54-67D7-02D2-9465-C55F4072BBAD}"/>
              </a:ext>
            </a:extLst>
          </p:cNvPr>
          <p:cNvSpPr>
            <a:spLocks noGrp="1"/>
          </p:cNvSpPr>
          <p:nvPr>
            <p:ph type="body" sz="quarter" idx="13" hasCustomPrompt="1"/>
          </p:nvPr>
        </p:nvSpPr>
        <p:spPr>
          <a:xfrm>
            <a:off x="1354976" y="437889"/>
            <a:ext cx="1467737" cy="2080773"/>
          </a:xfrm>
        </p:spPr>
        <p:txBody>
          <a:bodyPr anchor="b" anchorCtr="0">
            <a:noAutofit/>
          </a:bodyPr>
          <a:lstStyle>
            <a:lvl1pPr marL="0" indent="0">
              <a:lnSpc>
                <a:spcPct val="100000"/>
              </a:lnSpc>
              <a:buFont typeface="Arial" panose="020B0604020202020204" pitchFamily="34" charset="0"/>
              <a:buNone/>
              <a:defRPr sz="5000"/>
            </a:lvl1pPr>
            <a:lvl2pPr marL="1588" indent="0">
              <a:buNone/>
              <a:defRPr/>
            </a:lvl2pPr>
            <a:lvl3pPr marL="228600" indent="0">
              <a:buNone/>
              <a:defRPr/>
            </a:lvl3pPr>
            <a:lvl4pPr marL="458788" indent="0">
              <a:buNone/>
              <a:defRPr/>
            </a:lvl4pPr>
            <a:lvl5pPr marL="685800" indent="0">
              <a:buNone/>
              <a:defRPr/>
            </a:lvl5pPr>
          </a:lstStyle>
          <a:p>
            <a:pPr lvl="0"/>
            <a:r>
              <a:rPr lang="en-US"/>
              <a:t>NN</a:t>
            </a:r>
          </a:p>
        </p:txBody>
      </p:sp>
      <p:sp>
        <p:nvSpPr>
          <p:cNvPr id="2" name="Title 1">
            <a:extLst>
              <a:ext uri="{FF2B5EF4-FFF2-40B4-BE49-F238E27FC236}">
                <a16:creationId xmlns:a16="http://schemas.microsoft.com/office/drawing/2014/main" id="{2D116A52-1457-90F1-2A7C-1D5B3D5D8246}"/>
              </a:ext>
            </a:extLst>
          </p:cNvPr>
          <p:cNvSpPr>
            <a:spLocks noGrp="1"/>
          </p:cNvSpPr>
          <p:nvPr>
            <p:ph type="title" hasCustomPrompt="1"/>
          </p:nvPr>
        </p:nvSpPr>
        <p:spPr>
          <a:xfrm>
            <a:off x="3300153" y="437889"/>
            <a:ext cx="8072235" cy="2852737"/>
          </a:xfrm>
        </p:spPr>
        <p:txBody>
          <a:bodyPr anchor="b"/>
          <a:lstStyle>
            <a:lvl1pPr>
              <a:defRPr sz="5200" b="0">
                <a:solidFill>
                  <a:schemeClr val="tx1"/>
                </a:solidFill>
              </a:defRPr>
            </a:lvl1pPr>
          </a:lstStyle>
          <a:p>
            <a:r>
              <a:rPr lang="en-US"/>
              <a:t>Click to edit Master section style</a:t>
            </a:r>
          </a:p>
        </p:txBody>
      </p:sp>
      <p:sp>
        <p:nvSpPr>
          <p:cNvPr id="3" name="Text Placeholder 2">
            <a:extLst>
              <a:ext uri="{FF2B5EF4-FFF2-40B4-BE49-F238E27FC236}">
                <a16:creationId xmlns:a16="http://schemas.microsoft.com/office/drawing/2014/main" id="{1BF06F6B-677F-094F-188F-9B79A5B10459}"/>
              </a:ext>
            </a:extLst>
          </p:cNvPr>
          <p:cNvSpPr>
            <a:spLocks noGrp="1"/>
          </p:cNvSpPr>
          <p:nvPr>
            <p:ph type="body" idx="1"/>
          </p:nvPr>
        </p:nvSpPr>
        <p:spPr>
          <a:xfrm>
            <a:off x="3300153" y="3703942"/>
            <a:ext cx="8072235" cy="1500187"/>
          </a:xfrm>
        </p:spPr>
        <p:txBody>
          <a:bodyPr/>
          <a:lstStyle>
            <a:lvl1pPr marL="0" indent="0">
              <a:lnSpc>
                <a:spcPct val="100000"/>
              </a:lnSpc>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8D920F3-61AC-1322-0570-4BD5E0152949}"/>
              </a:ext>
            </a:extLst>
          </p:cNvPr>
          <p:cNvSpPr>
            <a:spLocks noGrp="1"/>
          </p:cNvSpPr>
          <p:nvPr>
            <p:ph type="ftr" sz="quarter" idx="11"/>
          </p:nvPr>
        </p:nvSpPr>
        <p:spPr/>
        <p:txBody>
          <a:bodyPr/>
          <a:lstStyle>
            <a:lvl1pPr>
              <a:defRPr>
                <a:solidFill>
                  <a:schemeClr val="tx1"/>
                </a:solidFill>
              </a:defRPr>
            </a:lvl1pPr>
          </a:lstStyle>
          <a:p>
            <a:r>
              <a:rPr lang="en-US"/>
              <a:t>© 2025 CoreLogic, Inc.</a:t>
            </a:r>
          </a:p>
        </p:txBody>
      </p:sp>
      <p:sp>
        <p:nvSpPr>
          <p:cNvPr id="6" name="Slide Number Placeholder 5">
            <a:extLst>
              <a:ext uri="{FF2B5EF4-FFF2-40B4-BE49-F238E27FC236}">
                <a16:creationId xmlns:a16="http://schemas.microsoft.com/office/drawing/2014/main" id="{20FF5716-2351-AA7C-511C-20F037F5FB86}"/>
              </a:ext>
            </a:extLst>
          </p:cNvPr>
          <p:cNvSpPr>
            <a:spLocks noGrp="1"/>
          </p:cNvSpPr>
          <p:nvPr>
            <p:ph type="sldNum" sz="quarter" idx="12"/>
          </p:nvPr>
        </p:nvSpPr>
        <p:spPr/>
        <p:txBody>
          <a:bodyPr/>
          <a:lstStyle>
            <a:lvl1pPr>
              <a:defRPr>
                <a:solidFill>
                  <a:schemeClr val="tx1"/>
                </a:solidFill>
              </a:defRPr>
            </a:lvl1pPr>
          </a:lstStyle>
          <a:p>
            <a:fld id="{CEECFCA9-F77F-4627-B4FF-32A2978341AA}" type="slidenum">
              <a:rPr lang="en-US" smtClean="0"/>
              <a:pPr/>
              <a:t>‹#›</a:t>
            </a:fld>
            <a:endParaRPr lang="en-US"/>
          </a:p>
        </p:txBody>
      </p:sp>
      <p:pic>
        <p:nvPicPr>
          <p:cNvPr id="12" name="Picture 11">
            <a:extLst>
              <a:ext uri="{FF2B5EF4-FFF2-40B4-BE49-F238E27FC236}">
                <a16:creationId xmlns:a16="http://schemas.microsoft.com/office/drawing/2014/main" id="{638D4350-7323-DCE5-2084-B9F26F5FD17D}"/>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13" name="Straight Connector 12">
            <a:extLst>
              <a:ext uri="{FF2B5EF4-FFF2-40B4-BE49-F238E27FC236}">
                <a16:creationId xmlns:a16="http://schemas.microsoft.com/office/drawing/2014/main" id="{44B170EC-FE0C-CEFE-6425-DD695505B01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CFE649-E49F-78FC-5410-493B56E24B7A}"/>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FDEBF293-E19D-39D1-23C5-6C889C2A45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pic>
        <p:nvPicPr>
          <p:cNvPr id="8" name="Picture 7">
            <a:extLst>
              <a:ext uri="{FF2B5EF4-FFF2-40B4-BE49-F238E27FC236}">
                <a16:creationId xmlns:a16="http://schemas.microsoft.com/office/drawing/2014/main" id="{A1208829-5796-1892-39D3-E5053EA5DBDC}"/>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9" name="Straight Connector 8">
            <a:extLst>
              <a:ext uri="{FF2B5EF4-FFF2-40B4-BE49-F238E27FC236}">
                <a16:creationId xmlns:a16="http://schemas.microsoft.com/office/drawing/2014/main" id="{AD2C6070-214C-2F1A-5408-FFC615B33C91}"/>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C3060EF-E671-7A30-8AAD-02174E0E9D68}"/>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1" name="Graphic 10">
            <a:extLst>
              <a:ext uri="{FF2B5EF4-FFF2-40B4-BE49-F238E27FC236}">
                <a16:creationId xmlns:a16="http://schemas.microsoft.com/office/drawing/2014/main" id="{F34861E6-44FB-C298-8EA0-77A1FE5096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spTree>
    <p:extLst>
      <p:ext uri="{BB962C8B-B14F-4D97-AF65-F5344CB8AC3E}">
        <p14:creationId xmlns:p14="http://schemas.microsoft.com/office/powerpoint/2010/main" val="288236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Header 05">
    <p:bg>
      <p:bgPr>
        <a:solidFill>
          <a:srgbClr val="FFCD2E"/>
        </a:solidFill>
        <a:effectLst/>
      </p:bgPr>
    </p:bg>
    <p:spTree>
      <p:nvGrpSpPr>
        <p:cNvPr id="1" name=""/>
        <p:cNvGrpSpPr/>
        <p:nvPr/>
      </p:nvGrpSpPr>
      <p:grpSpPr>
        <a:xfrm>
          <a:off x="0" y="0"/>
          <a:ext cx="0" cy="0"/>
          <a:chOff x="0" y="0"/>
          <a:chExt cx="0" cy="0"/>
        </a:xfrm>
      </p:grpSpPr>
      <p:sp>
        <p:nvSpPr>
          <p:cNvPr id="7" name="Section number">
            <a:extLst>
              <a:ext uri="{FF2B5EF4-FFF2-40B4-BE49-F238E27FC236}">
                <a16:creationId xmlns:a16="http://schemas.microsoft.com/office/drawing/2014/main" id="{5B999B54-67D7-02D2-9465-C55F4072BBAD}"/>
              </a:ext>
            </a:extLst>
          </p:cNvPr>
          <p:cNvSpPr>
            <a:spLocks noGrp="1"/>
          </p:cNvSpPr>
          <p:nvPr>
            <p:ph type="body" sz="quarter" idx="13" hasCustomPrompt="1"/>
          </p:nvPr>
        </p:nvSpPr>
        <p:spPr>
          <a:xfrm>
            <a:off x="1354976" y="437889"/>
            <a:ext cx="1467737" cy="2080773"/>
          </a:xfrm>
        </p:spPr>
        <p:txBody>
          <a:bodyPr anchor="b" anchorCtr="0">
            <a:noAutofit/>
          </a:bodyPr>
          <a:lstStyle>
            <a:lvl1pPr marL="0" indent="0">
              <a:lnSpc>
                <a:spcPct val="100000"/>
              </a:lnSpc>
              <a:buFont typeface="Arial" panose="020B0604020202020204" pitchFamily="34" charset="0"/>
              <a:buNone/>
              <a:defRPr sz="50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NN</a:t>
            </a:r>
          </a:p>
        </p:txBody>
      </p:sp>
      <p:sp>
        <p:nvSpPr>
          <p:cNvPr id="2" name="Title">
            <a:extLst>
              <a:ext uri="{FF2B5EF4-FFF2-40B4-BE49-F238E27FC236}">
                <a16:creationId xmlns:a16="http://schemas.microsoft.com/office/drawing/2014/main" id="{2D116A52-1457-90F1-2A7C-1D5B3D5D8246}"/>
              </a:ext>
            </a:extLst>
          </p:cNvPr>
          <p:cNvSpPr>
            <a:spLocks noGrp="1"/>
          </p:cNvSpPr>
          <p:nvPr>
            <p:ph type="title" hasCustomPrompt="1"/>
          </p:nvPr>
        </p:nvSpPr>
        <p:spPr>
          <a:xfrm>
            <a:off x="3300153" y="437889"/>
            <a:ext cx="8072235" cy="2852737"/>
          </a:xfrm>
        </p:spPr>
        <p:txBody>
          <a:bodyPr anchor="b"/>
          <a:lstStyle>
            <a:lvl1pPr>
              <a:defRPr sz="5200" b="0">
                <a:solidFill>
                  <a:schemeClr val="tx1"/>
                </a:solidFill>
              </a:defRPr>
            </a:lvl1pPr>
          </a:lstStyle>
          <a:p>
            <a:r>
              <a:rPr lang="en-US"/>
              <a:t>Click to edit Master section style</a:t>
            </a:r>
          </a:p>
        </p:txBody>
      </p:sp>
      <p:sp>
        <p:nvSpPr>
          <p:cNvPr id="3" name="Secondary header">
            <a:extLst>
              <a:ext uri="{FF2B5EF4-FFF2-40B4-BE49-F238E27FC236}">
                <a16:creationId xmlns:a16="http://schemas.microsoft.com/office/drawing/2014/main" id="{1BF06F6B-677F-094F-188F-9B79A5B10459}"/>
              </a:ext>
            </a:extLst>
          </p:cNvPr>
          <p:cNvSpPr>
            <a:spLocks noGrp="1"/>
          </p:cNvSpPr>
          <p:nvPr>
            <p:ph type="body" idx="1"/>
          </p:nvPr>
        </p:nvSpPr>
        <p:spPr>
          <a:xfrm>
            <a:off x="3300153" y="3703942"/>
            <a:ext cx="8072235" cy="1500187"/>
          </a:xfrm>
        </p:spPr>
        <p:txBody>
          <a:bodyPr/>
          <a:lstStyle>
            <a:lvl1pPr marL="0" indent="0">
              <a:lnSpc>
                <a:spcPct val="100000"/>
              </a:lnSpc>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8D920F3-61AC-1322-0570-4BD5E0152949}"/>
              </a:ext>
            </a:extLst>
          </p:cNvPr>
          <p:cNvSpPr>
            <a:spLocks noGrp="1"/>
          </p:cNvSpPr>
          <p:nvPr>
            <p:ph type="ftr" sz="quarter" idx="11"/>
          </p:nvPr>
        </p:nvSpPr>
        <p:spPr/>
        <p:txBody>
          <a:bodyPr/>
          <a:lstStyle>
            <a:lvl1pPr>
              <a:defRPr>
                <a:solidFill>
                  <a:srgbClr val="1E1405"/>
                </a:solidFill>
              </a:defRPr>
            </a:lvl1pPr>
          </a:lstStyle>
          <a:p>
            <a:r>
              <a:rPr lang="en-US"/>
              <a:t>© 2025 CoreLogic, Inc.</a:t>
            </a:r>
          </a:p>
        </p:txBody>
      </p:sp>
      <p:sp>
        <p:nvSpPr>
          <p:cNvPr id="6" name="Slide Number Placeholder 5">
            <a:extLst>
              <a:ext uri="{FF2B5EF4-FFF2-40B4-BE49-F238E27FC236}">
                <a16:creationId xmlns:a16="http://schemas.microsoft.com/office/drawing/2014/main" id="{20FF5716-2351-AA7C-511C-20F037F5FB86}"/>
              </a:ext>
            </a:extLst>
          </p:cNvPr>
          <p:cNvSpPr>
            <a:spLocks noGrp="1"/>
          </p:cNvSpPr>
          <p:nvPr>
            <p:ph type="sldNum" sz="quarter" idx="12"/>
          </p:nvPr>
        </p:nvSpPr>
        <p:spPr/>
        <p:txBody>
          <a:bodyPr/>
          <a:lstStyle>
            <a:lvl1pPr>
              <a:defRPr>
                <a:solidFill>
                  <a:srgbClr val="1E1405"/>
                </a:solidFill>
              </a:defRPr>
            </a:lvl1pPr>
          </a:lstStyle>
          <a:p>
            <a:fld id="{CEECFCA9-F77F-4627-B4FF-32A2978341AA}" type="slidenum">
              <a:rPr lang="en-US" smtClean="0"/>
              <a:pPr/>
              <a:t>‹#›</a:t>
            </a:fld>
            <a:endParaRPr lang="en-US"/>
          </a:p>
        </p:txBody>
      </p:sp>
      <p:pic>
        <p:nvPicPr>
          <p:cNvPr id="12" name="Picture 11">
            <a:extLst>
              <a:ext uri="{FF2B5EF4-FFF2-40B4-BE49-F238E27FC236}">
                <a16:creationId xmlns:a16="http://schemas.microsoft.com/office/drawing/2014/main" id="{638D4350-7323-DCE5-2084-B9F26F5FD17D}"/>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grpSp>
        <p:nvGrpSpPr>
          <p:cNvPr id="4" name="Group 3">
            <a:extLst>
              <a:ext uri="{FF2B5EF4-FFF2-40B4-BE49-F238E27FC236}">
                <a16:creationId xmlns:a16="http://schemas.microsoft.com/office/drawing/2014/main" id="{477E529B-21D1-720F-7D7A-D8AA86D22602}"/>
              </a:ext>
            </a:extLst>
          </p:cNvPr>
          <p:cNvGrpSpPr/>
          <p:nvPr/>
        </p:nvGrpSpPr>
        <p:grpSpPr>
          <a:xfrm>
            <a:off x="380497" y="6476611"/>
            <a:ext cx="11427274" cy="271909"/>
            <a:chOff x="380497" y="6476611"/>
            <a:chExt cx="11427274" cy="271909"/>
          </a:xfrm>
        </p:grpSpPr>
        <p:cxnSp>
          <p:nvCxnSpPr>
            <p:cNvPr id="13" name="Straight Connector 12">
              <a:extLst>
                <a:ext uri="{FF2B5EF4-FFF2-40B4-BE49-F238E27FC236}">
                  <a16:creationId xmlns:a16="http://schemas.microsoft.com/office/drawing/2014/main" id="{44B170EC-FE0C-CEFE-6425-DD695505B01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CFE649-E49F-78FC-5410-493B56E24B7A}"/>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8" name="Graphic 7">
            <a:extLst>
              <a:ext uri="{FF2B5EF4-FFF2-40B4-BE49-F238E27FC236}">
                <a16:creationId xmlns:a16="http://schemas.microsoft.com/office/drawing/2014/main" id="{7CFEEFFF-12D5-3AA4-3B8C-36878D3A3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pic>
        <p:nvPicPr>
          <p:cNvPr id="9" name="Picture 8">
            <a:extLst>
              <a:ext uri="{FF2B5EF4-FFF2-40B4-BE49-F238E27FC236}">
                <a16:creationId xmlns:a16="http://schemas.microsoft.com/office/drawing/2014/main" id="{46A87C96-59B4-FE11-FBF1-DD733B1E09B0}"/>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grpSp>
        <p:nvGrpSpPr>
          <p:cNvPr id="10" name="Group 9">
            <a:extLst>
              <a:ext uri="{FF2B5EF4-FFF2-40B4-BE49-F238E27FC236}">
                <a16:creationId xmlns:a16="http://schemas.microsoft.com/office/drawing/2014/main" id="{F482B5C4-A818-2212-CF11-573B57334AE5}"/>
              </a:ext>
            </a:extLst>
          </p:cNvPr>
          <p:cNvGrpSpPr/>
          <p:nvPr userDrawn="1"/>
        </p:nvGrpSpPr>
        <p:grpSpPr>
          <a:xfrm>
            <a:off x="380497" y="6476611"/>
            <a:ext cx="11427274" cy="271909"/>
            <a:chOff x="380497" y="6476611"/>
            <a:chExt cx="11427274" cy="271909"/>
          </a:xfrm>
        </p:grpSpPr>
        <p:cxnSp>
          <p:nvCxnSpPr>
            <p:cNvPr id="11" name="Straight Connector 10">
              <a:extLst>
                <a:ext uri="{FF2B5EF4-FFF2-40B4-BE49-F238E27FC236}">
                  <a16:creationId xmlns:a16="http://schemas.microsoft.com/office/drawing/2014/main" id="{8A68BF6F-32B3-38AF-8BC6-C848F6AD827B}"/>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C61893-1FE9-0DBF-2FED-F8BF4E5773C2}"/>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6" name="Graphic 15">
            <a:extLst>
              <a:ext uri="{FF2B5EF4-FFF2-40B4-BE49-F238E27FC236}">
                <a16:creationId xmlns:a16="http://schemas.microsoft.com/office/drawing/2014/main" id="{8FD4B55C-CB65-2373-3C8A-1A393277178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flipH="1">
            <a:off x="1354975" y="2592635"/>
            <a:ext cx="730541" cy="365271"/>
          </a:xfrm>
          <a:prstGeom prst="rect">
            <a:avLst/>
          </a:prstGeom>
        </p:spPr>
      </p:pic>
    </p:spTree>
    <p:extLst>
      <p:ext uri="{BB962C8B-B14F-4D97-AF65-F5344CB8AC3E}">
        <p14:creationId xmlns:p14="http://schemas.microsoft.com/office/powerpoint/2010/main" val="111695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F06F6B-677F-094F-188F-9B79A5B10459}"/>
              </a:ext>
            </a:extLst>
          </p:cNvPr>
          <p:cNvSpPr>
            <a:spLocks noGrp="1"/>
          </p:cNvSpPr>
          <p:nvPr>
            <p:ph type="body" idx="1" hasCustomPrompt="1"/>
          </p:nvPr>
        </p:nvSpPr>
        <p:spPr>
          <a:xfrm>
            <a:off x="380497" y="674476"/>
            <a:ext cx="5380223" cy="1184304"/>
          </a:xfrm>
        </p:spPr>
        <p:txBody>
          <a:bodyPr/>
          <a:lstStyle>
            <a:lvl1pPr marL="0" indent="0">
              <a:lnSpc>
                <a:spcPct val="100000"/>
              </a:lnSpc>
              <a:spcBef>
                <a:spcPts val="0"/>
              </a:spcBef>
              <a:buNone/>
              <a:defRPr sz="2400">
                <a:solidFill>
                  <a:srgbClr val="1E1405"/>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Optional Chapter Title</a:t>
            </a:r>
          </a:p>
        </p:txBody>
      </p:sp>
      <p:sp>
        <p:nvSpPr>
          <p:cNvPr id="2" name="Title 1">
            <a:extLst>
              <a:ext uri="{FF2B5EF4-FFF2-40B4-BE49-F238E27FC236}">
                <a16:creationId xmlns:a16="http://schemas.microsoft.com/office/drawing/2014/main" id="{2D116A52-1457-90F1-2A7C-1D5B3D5D8246}"/>
              </a:ext>
            </a:extLst>
          </p:cNvPr>
          <p:cNvSpPr>
            <a:spLocks noGrp="1"/>
          </p:cNvSpPr>
          <p:nvPr>
            <p:ph type="title" hasCustomPrompt="1"/>
          </p:nvPr>
        </p:nvSpPr>
        <p:spPr>
          <a:xfrm>
            <a:off x="380497" y="2346636"/>
            <a:ext cx="5380223" cy="2852737"/>
          </a:xfrm>
        </p:spPr>
        <p:txBody>
          <a:bodyPr anchor="t" anchorCtr="0"/>
          <a:lstStyle>
            <a:lvl1pPr>
              <a:defRPr sz="5100" b="0">
                <a:solidFill>
                  <a:srgbClr val="1E1405"/>
                </a:solidFill>
              </a:defRPr>
            </a:lvl1pPr>
          </a:lstStyle>
          <a:p>
            <a:r>
              <a:rPr lang="en-US"/>
              <a:t>Click to edit Master divider style</a:t>
            </a:r>
          </a:p>
        </p:txBody>
      </p:sp>
      <p:sp>
        <p:nvSpPr>
          <p:cNvPr id="5" name="Footer Placeholder 4">
            <a:extLst>
              <a:ext uri="{FF2B5EF4-FFF2-40B4-BE49-F238E27FC236}">
                <a16:creationId xmlns:a16="http://schemas.microsoft.com/office/drawing/2014/main" id="{C8D920F3-61AC-1322-0570-4BD5E0152949}"/>
              </a:ext>
            </a:extLst>
          </p:cNvPr>
          <p:cNvSpPr>
            <a:spLocks noGrp="1"/>
          </p:cNvSpPr>
          <p:nvPr>
            <p:ph type="ftr" sz="quarter" idx="11"/>
          </p:nvPr>
        </p:nvSpPr>
        <p:spPr/>
        <p:txBody>
          <a:bodyPr/>
          <a:lstStyle>
            <a:lvl1pPr>
              <a:defRPr>
                <a:solidFill>
                  <a:srgbClr val="1E1405"/>
                </a:solidFill>
              </a:defRPr>
            </a:lvl1pPr>
          </a:lstStyle>
          <a:p>
            <a:r>
              <a:rPr lang="en-US"/>
              <a:t>© 2025 CoreLogic, Inc.</a:t>
            </a:r>
          </a:p>
        </p:txBody>
      </p:sp>
      <p:sp>
        <p:nvSpPr>
          <p:cNvPr id="6" name="Slide Number Placeholder 5">
            <a:extLst>
              <a:ext uri="{FF2B5EF4-FFF2-40B4-BE49-F238E27FC236}">
                <a16:creationId xmlns:a16="http://schemas.microsoft.com/office/drawing/2014/main" id="{20FF5716-2351-AA7C-511C-20F037F5FB86}"/>
              </a:ext>
            </a:extLst>
          </p:cNvPr>
          <p:cNvSpPr>
            <a:spLocks noGrp="1"/>
          </p:cNvSpPr>
          <p:nvPr>
            <p:ph type="sldNum" sz="quarter" idx="12"/>
          </p:nvPr>
        </p:nvSpPr>
        <p:spPr/>
        <p:txBody>
          <a:bodyPr/>
          <a:lstStyle>
            <a:lvl1pPr>
              <a:defRPr>
                <a:solidFill>
                  <a:srgbClr val="1E1405"/>
                </a:solidFill>
              </a:defRPr>
            </a:lvl1pPr>
          </a:lstStyle>
          <a:p>
            <a:fld id="{CEECFCA9-F77F-4627-B4FF-32A2978341AA}" type="slidenum">
              <a:rPr lang="en-US" smtClean="0"/>
              <a:pPr/>
              <a:t>‹#›</a:t>
            </a:fld>
            <a:endParaRPr lang="en-US"/>
          </a:p>
        </p:txBody>
      </p:sp>
      <p:pic>
        <p:nvPicPr>
          <p:cNvPr id="12" name="Picture 11">
            <a:extLst>
              <a:ext uri="{FF2B5EF4-FFF2-40B4-BE49-F238E27FC236}">
                <a16:creationId xmlns:a16="http://schemas.microsoft.com/office/drawing/2014/main" id="{638D4350-7323-DCE5-2084-B9F26F5FD17D}"/>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13" name="Straight Connector 12">
            <a:extLst>
              <a:ext uri="{FF2B5EF4-FFF2-40B4-BE49-F238E27FC236}">
                <a16:creationId xmlns:a16="http://schemas.microsoft.com/office/drawing/2014/main" id="{44B170EC-FE0C-CEFE-6425-DD695505B01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2CFE649-E49F-78FC-5410-493B56E24B7A}"/>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CE39B78C-1CC9-21E8-88C6-4C643F3C8632}"/>
              </a:ext>
            </a:extLst>
          </p:cNvPr>
          <p:cNvGrpSpPr/>
          <p:nvPr/>
        </p:nvGrpSpPr>
        <p:grpSpPr>
          <a:xfrm flipH="1">
            <a:off x="380497" y="366260"/>
            <a:ext cx="5583667" cy="144735"/>
            <a:chOff x="380497" y="1888670"/>
            <a:chExt cx="5583667" cy="144735"/>
          </a:xfrm>
        </p:grpSpPr>
        <p:pic>
          <p:nvPicPr>
            <p:cNvPr id="10" name="Graphic 9">
              <a:extLst>
                <a:ext uri="{FF2B5EF4-FFF2-40B4-BE49-F238E27FC236}">
                  <a16:creationId xmlns:a16="http://schemas.microsoft.com/office/drawing/2014/main" id="{06616CC2-B334-0B63-2DA3-A0D00FBEFD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188D420D-357E-2455-EE93-B28A71B89EA8}"/>
                </a:ext>
              </a:extLst>
            </p:cNvPr>
            <p:cNvCxnSpPr>
              <a:cxnSpLocks/>
            </p:cNvCxnSpPr>
            <p:nvPr/>
          </p:nvCxnSpPr>
          <p:spPr>
            <a:xfrm>
              <a:off x="380497" y="1904852"/>
              <a:ext cx="5583667"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 name="Picture Placeholder 6">
            <a:extLst>
              <a:ext uri="{FF2B5EF4-FFF2-40B4-BE49-F238E27FC236}">
                <a16:creationId xmlns:a16="http://schemas.microsoft.com/office/drawing/2014/main" id="{BF75A44F-714D-2F4D-BF57-C57E96F9E693}"/>
              </a:ext>
            </a:extLst>
          </p:cNvPr>
          <p:cNvSpPr>
            <a:spLocks noGrp="1"/>
          </p:cNvSpPr>
          <p:nvPr>
            <p:ph type="pic" sz="quarter" idx="13"/>
          </p:nvPr>
        </p:nvSpPr>
        <p:spPr>
          <a:xfrm>
            <a:off x="6229350" y="381388"/>
            <a:ext cx="5578475" cy="6087448"/>
          </a:xfrm>
          <a:custGeom>
            <a:avLst/>
            <a:gdLst>
              <a:gd name="connsiteX0" fmla="*/ 0 w 5578475"/>
              <a:gd name="connsiteY0" fmla="*/ 0 h 6087448"/>
              <a:gd name="connsiteX1" fmla="*/ 4985931 w 5578475"/>
              <a:gd name="connsiteY1" fmla="*/ 0 h 6087448"/>
              <a:gd name="connsiteX2" fmla="*/ 5578475 w 5578475"/>
              <a:gd name="connsiteY2" fmla="*/ 296272 h 6087448"/>
              <a:gd name="connsiteX3" fmla="*/ 5578475 w 5578475"/>
              <a:gd name="connsiteY3" fmla="*/ 6087448 h 6087448"/>
              <a:gd name="connsiteX4" fmla="*/ 0 w 5578475"/>
              <a:gd name="connsiteY4" fmla="*/ 6087448 h 608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475" h="6087448">
                <a:moveTo>
                  <a:pt x="0" y="0"/>
                </a:moveTo>
                <a:lnTo>
                  <a:pt x="4985931" y="0"/>
                </a:lnTo>
                <a:lnTo>
                  <a:pt x="5578475" y="296272"/>
                </a:lnTo>
                <a:lnTo>
                  <a:pt x="5578475" y="6087448"/>
                </a:lnTo>
                <a:lnTo>
                  <a:pt x="0" y="6087448"/>
                </a:lnTo>
                <a:close/>
              </a:path>
            </a:pathLst>
          </a:custGeom>
          <a:ln>
            <a:noFill/>
          </a:ln>
        </p:spPr>
        <p:txBody>
          <a:bodyPr wrap="square">
            <a:noAutofit/>
          </a:bodyPr>
          <a:lstStyle/>
          <a:p>
            <a:r>
              <a:rPr lang="en-US"/>
              <a:t>Click icon to add picture</a:t>
            </a:r>
          </a:p>
        </p:txBody>
      </p:sp>
      <p:pic>
        <p:nvPicPr>
          <p:cNvPr id="4" name="Picture 3">
            <a:extLst>
              <a:ext uri="{FF2B5EF4-FFF2-40B4-BE49-F238E27FC236}">
                <a16:creationId xmlns:a16="http://schemas.microsoft.com/office/drawing/2014/main" id="{DA74F43A-B94B-62D2-5BF8-243890FD30EE}"/>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8" name="Straight Connector 7">
            <a:extLst>
              <a:ext uri="{FF2B5EF4-FFF2-40B4-BE49-F238E27FC236}">
                <a16:creationId xmlns:a16="http://schemas.microsoft.com/office/drawing/2014/main" id="{44B8CB0F-DC27-1E6F-8A02-9C84BA22D9A0}"/>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3ED85B2-66A0-C198-9C6E-7EBE811A94F3}"/>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6" name="Group 15">
            <a:extLst>
              <a:ext uri="{FF2B5EF4-FFF2-40B4-BE49-F238E27FC236}">
                <a16:creationId xmlns:a16="http://schemas.microsoft.com/office/drawing/2014/main" id="{D921AAB3-8139-7B7E-C6BD-B4BF5685FE75}"/>
              </a:ext>
            </a:extLst>
          </p:cNvPr>
          <p:cNvGrpSpPr/>
          <p:nvPr userDrawn="1"/>
        </p:nvGrpSpPr>
        <p:grpSpPr>
          <a:xfrm flipH="1">
            <a:off x="380497" y="366260"/>
            <a:ext cx="5583667" cy="144735"/>
            <a:chOff x="380497" y="1888670"/>
            <a:chExt cx="5583667" cy="144735"/>
          </a:xfrm>
        </p:grpSpPr>
        <p:pic>
          <p:nvPicPr>
            <p:cNvPr id="17" name="Graphic 16">
              <a:extLst>
                <a:ext uri="{FF2B5EF4-FFF2-40B4-BE49-F238E27FC236}">
                  <a16:creationId xmlns:a16="http://schemas.microsoft.com/office/drawing/2014/main" id="{6CADED3E-FDA9-6BCD-A837-03246F3BB6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8081C14C-FF13-1DCF-B6F2-D8B7945F42B7}"/>
                </a:ext>
              </a:extLst>
            </p:cNvPr>
            <p:cNvCxnSpPr>
              <a:cxnSpLocks/>
            </p:cNvCxnSpPr>
            <p:nvPr userDrawn="1"/>
          </p:nvCxnSpPr>
          <p:spPr>
            <a:xfrm>
              <a:off x="380497" y="1904852"/>
              <a:ext cx="5583667"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77440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23" name="Text Placeholder 8">
            <a:extLst>
              <a:ext uri="{FF2B5EF4-FFF2-40B4-BE49-F238E27FC236}">
                <a16:creationId xmlns:a16="http://schemas.microsoft.com/office/drawing/2014/main" id="{4495A835-E3BB-3BD3-B334-19374953DBBA}"/>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BB444D3B-7904-9557-A9BD-B293FEBC1313}"/>
              </a:ext>
            </a:extLst>
          </p:cNvPr>
          <p:cNvSpPr>
            <a:spLocks noGrp="1"/>
          </p:cNvSpPr>
          <p:nvPr>
            <p:ph sz="half" idx="1"/>
          </p:nvPr>
        </p:nvSpPr>
        <p:spPr>
          <a:xfrm>
            <a:off x="380497" y="2188029"/>
            <a:ext cx="5571267"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C9D10C-27B8-59CC-C06D-F18337E45BDE}"/>
              </a:ext>
            </a:extLst>
          </p:cNvPr>
          <p:cNvSpPr>
            <a:spLocks noGrp="1"/>
          </p:cNvSpPr>
          <p:nvPr>
            <p:ph sz="half" idx="2"/>
          </p:nvPr>
        </p:nvSpPr>
        <p:spPr>
          <a:xfrm>
            <a:off x="6239075" y="2188029"/>
            <a:ext cx="5568696"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1888670"/>
            <a:ext cx="5587658" cy="144735"/>
            <a:chOff x="380497" y="1888670"/>
            <a:chExt cx="5587658"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E4B08910-733A-A6EC-5402-3B9C8B2CC469}"/>
              </a:ext>
            </a:extLst>
          </p:cNvPr>
          <p:cNvGrpSpPr/>
          <p:nvPr/>
        </p:nvGrpSpPr>
        <p:grpSpPr>
          <a:xfrm>
            <a:off x="6220113" y="1888670"/>
            <a:ext cx="5587658" cy="144735"/>
            <a:chOff x="380497" y="1888670"/>
            <a:chExt cx="5587658" cy="144735"/>
          </a:xfrm>
        </p:grpSpPr>
        <p:pic>
          <p:nvPicPr>
            <p:cNvPr id="18" name="Graphic 17">
              <a:extLst>
                <a:ext uri="{FF2B5EF4-FFF2-40B4-BE49-F238E27FC236}">
                  <a16:creationId xmlns:a16="http://schemas.microsoft.com/office/drawing/2014/main" id="{74AE458B-5904-1A90-FE64-3CD4D852FF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9" name="Straight Connector 18">
              <a:extLst>
                <a:ext uri="{FF2B5EF4-FFF2-40B4-BE49-F238E27FC236}">
                  <a16:creationId xmlns:a16="http://schemas.microsoft.com/office/drawing/2014/main" id="{452413AA-1ABF-0A87-96EB-CCC979223B68}"/>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AAF7B070-A6FC-CA0D-407B-78A8BF3BCAAE}"/>
              </a:ext>
            </a:extLst>
          </p:cNvPr>
          <p:cNvGrpSpPr/>
          <p:nvPr/>
        </p:nvGrpSpPr>
        <p:grpSpPr>
          <a:xfrm>
            <a:off x="380497" y="6476611"/>
            <a:ext cx="11427274" cy="271909"/>
            <a:chOff x="380497" y="6476611"/>
            <a:chExt cx="11427274" cy="271909"/>
          </a:xfrm>
        </p:grpSpPr>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4E076927-7A86-C7DA-BD4D-B248979A07F4}"/>
              </a:ext>
            </a:extLst>
          </p:cNvPr>
          <p:cNvGrpSpPr/>
          <p:nvPr userDrawn="1"/>
        </p:nvGrpSpPr>
        <p:grpSpPr>
          <a:xfrm>
            <a:off x="380497" y="1888670"/>
            <a:ext cx="5587658" cy="144735"/>
            <a:chOff x="380497" y="1888670"/>
            <a:chExt cx="5587658" cy="144735"/>
          </a:xfrm>
        </p:grpSpPr>
        <p:pic>
          <p:nvPicPr>
            <p:cNvPr id="9" name="Graphic 8">
              <a:extLst>
                <a:ext uri="{FF2B5EF4-FFF2-40B4-BE49-F238E27FC236}">
                  <a16:creationId xmlns:a16="http://schemas.microsoft.com/office/drawing/2014/main" id="{BD444D2B-3486-1CF7-90CA-ACF1D3820E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3" name="Straight Connector 12">
              <a:extLst>
                <a:ext uri="{FF2B5EF4-FFF2-40B4-BE49-F238E27FC236}">
                  <a16:creationId xmlns:a16="http://schemas.microsoft.com/office/drawing/2014/main" id="{1FF3D211-722E-72FA-E2B9-9FF51802C43F}"/>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3325BB5B-1A76-C8FD-1AD2-C37623156DCF}"/>
              </a:ext>
            </a:extLst>
          </p:cNvPr>
          <p:cNvGrpSpPr/>
          <p:nvPr userDrawn="1"/>
        </p:nvGrpSpPr>
        <p:grpSpPr>
          <a:xfrm>
            <a:off x="6220113" y="1888670"/>
            <a:ext cx="5587658" cy="144735"/>
            <a:chOff x="380497" y="1888670"/>
            <a:chExt cx="5587658" cy="144735"/>
          </a:xfrm>
        </p:grpSpPr>
        <p:pic>
          <p:nvPicPr>
            <p:cNvPr id="15" name="Graphic 14">
              <a:extLst>
                <a:ext uri="{FF2B5EF4-FFF2-40B4-BE49-F238E27FC236}">
                  <a16:creationId xmlns:a16="http://schemas.microsoft.com/office/drawing/2014/main" id="{1439D9E9-8768-FA8E-8144-0ABA5DDD9E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B614A364-A8AC-BB92-4DCB-CEB2438F4737}"/>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4" name="Picture 23" descr="A black background with yellow letters&#10;&#10;AI-generated content may be incorrect.">
            <a:extLst>
              <a:ext uri="{FF2B5EF4-FFF2-40B4-BE49-F238E27FC236}">
                <a16:creationId xmlns:a16="http://schemas.microsoft.com/office/drawing/2014/main" id="{5F1E9B80-8A39-7FE4-D62F-C17C55C0486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25" name="Group 24">
            <a:extLst>
              <a:ext uri="{FF2B5EF4-FFF2-40B4-BE49-F238E27FC236}">
                <a16:creationId xmlns:a16="http://schemas.microsoft.com/office/drawing/2014/main" id="{0703F006-E27A-EBA0-73F1-42673F0A7308}"/>
              </a:ext>
            </a:extLst>
          </p:cNvPr>
          <p:cNvGrpSpPr/>
          <p:nvPr userDrawn="1"/>
        </p:nvGrpSpPr>
        <p:grpSpPr>
          <a:xfrm>
            <a:off x="380497" y="6476611"/>
            <a:ext cx="11427274" cy="271909"/>
            <a:chOff x="380497" y="6476611"/>
            <a:chExt cx="11427274" cy="271909"/>
          </a:xfrm>
        </p:grpSpPr>
        <p:cxnSp>
          <p:nvCxnSpPr>
            <p:cNvPr id="26" name="Straight Connector 25">
              <a:extLst>
                <a:ext uri="{FF2B5EF4-FFF2-40B4-BE49-F238E27FC236}">
                  <a16:creationId xmlns:a16="http://schemas.microsoft.com/office/drawing/2014/main" id="{99B96EC6-934B-9EE5-D6F3-2C5E9EA11E5F}"/>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EB17AD8-D695-1B9A-A8DD-4A6F15ABE2C9}"/>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3642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26" name="Text Placeholder 8">
            <a:extLst>
              <a:ext uri="{FF2B5EF4-FFF2-40B4-BE49-F238E27FC236}">
                <a16:creationId xmlns:a16="http://schemas.microsoft.com/office/drawing/2014/main" id="{AE2E86BB-A253-DAED-5C1F-2F23AF9E2750}"/>
              </a:ext>
            </a:extLst>
          </p:cNvPr>
          <p:cNvSpPr>
            <a:spLocks noGrp="1"/>
          </p:cNvSpPr>
          <p:nvPr>
            <p:ph type="body" sz="quarter" idx="14"/>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1">
            <a:extLst>
              <a:ext uri="{FF2B5EF4-FFF2-40B4-BE49-F238E27FC236}">
                <a16:creationId xmlns:a16="http://schemas.microsoft.com/office/drawing/2014/main" id="{BB444D3B-7904-9557-A9BD-B293FEBC1313}"/>
              </a:ext>
            </a:extLst>
          </p:cNvPr>
          <p:cNvSpPr>
            <a:spLocks noGrp="1"/>
          </p:cNvSpPr>
          <p:nvPr>
            <p:ph sz="half" idx="1"/>
          </p:nvPr>
        </p:nvSpPr>
        <p:spPr>
          <a:xfrm>
            <a:off x="380497" y="2188029"/>
            <a:ext cx="3627623"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B1C9D10C-27B8-59CC-C06D-F18337E45BDE}"/>
              </a:ext>
            </a:extLst>
          </p:cNvPr>
          <p:cNvSpPr>
            <a:spLocks noGrp="1"/>
          </p:cNvSpPr>
          <p:nvPr>
            <p:ph sz="half" idx="2"/>
          </p:nvPr>
        </p:nvSpPr>
        <p:spPr>
          <a:xfrm>
            <a:off x="4280916" y="2188029"/>
            <a:ext cx="3630168"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5B7E7D04-1F0C-D046-80D9-E23551D47E38}"/>
              </a:ext>
            </a:extLst>
          </p:cNvPr>
          <p:cNvSpPr>
            <a:spLocks noGrp="1"/>
          </p:cNvSpPr>
          <p:nvPr>
            <p:ph sz="half" idx="13"/>
          </p:nvPr>
        </p:nvSpPr>
        <p:spPr>
          <a:xfrm>
            <a:off x="8177603" y="2188029"/>
            <a:ext cx="3630168"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1888670"/>
            <a:ext cx="3654867" cy="144735"/>
            <a:chOff x="380497" y="1888670"/>
            <a:chExt cx="3654867"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3172BF11-636F-0860-09BF-75B0B02638EF}"/>
              </a:ext>
            </a:extLst>
          </p:cNvPr>
          <p:cNvGrpSpPr/>
          <p:nvPr/>
        </p:nvGrpSpPr>
        <p:grpSpPr>
          <a:xfrm>
            <a:off x="380497" y="6476611"/>
            <a:ext cx="11427274" cy="271909"/>
            <a:chOff x="380497" y="6476611"/>
            <a:chExt cx="11427274" cy="271909"/>
          </a:xfrm>
        </p:grpSpPr>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AACE09BF-0390-B5DF-26BE-17225E405559}"/>
              </a:ext>
            </a:extLst>
          </p:cNvPr>
          <p:cNvGrpSpPr/>
          <p:nvPr/>
        </p:nvGrpSpPr>
        <p:grpSpPr>
          <a:xfrm>
            <a:off x="4279827" y="1888670"/>
            <a:ext cx="3654867" cy="144735"/>
            <a:chOff x="380497" y="1888670"/>
            <a:chExt cx="3654867" cy="144735"/>
          </a:xfrm>
        </p:grpSpPr>
        <p:pic>
          <p:nvPicPr>
            <p:cNvPr id="15" name="Graphic 14">
              <a:extLst>
                <a:ext uri="{FF2B5EF4-FFF2-40B4-BE49-F238E27FC236}">
                  <a16:creationId xmlns:a16="http://schemas.microsoft.com/office/drawing/2014/main" id="{9CAFA37F-6661-8928-448B-4FEA64F07A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BD63CBAA-6F2E-130B-6E07-605C4699F176}"/>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3" name="Group 22">
            <a:extLst>
              <a:ext uri="{FF2B5EF4-FFF2-40B4-BE49-F238E27FC236}">
                <a16:creationId xmlns:a16="http://schemas.microsoft.com/office/drawing/2014/main" id="{1D15A6E9-EE93-0C89-172F-1204B40364C3}"/>
              </a:ext>
            </a:extLst>
          </p:cNvPr>
          <p:cNvGrpSpPr/>
          <p:nvPr/>
        </p:nvGrpSpPr>
        <p:grpSpPr>
          <a:xfrm>
            <a:off x="8177603" y="1888670"/>
            <a:ext cx="3654867" cy="144735"/>
            <a:chOff x="380497" y="1888670"/>
            <a:chExt cx="3654867" cy="144735"/>
          </a:xfrm>
        </p:grpSpPr>
        <p:pic>
          <p:nvPicPr>
            <p:cNvPr id="24" name="Graphic 23">
              <a:extLst>
                <a:ext uri="{FF2B5EF4-FFF2-40B4-BE49-F238E27FC236}">
                  <a16:creationId xmlns:a16="http://schemas.microsoft.com/office/drawing/2014/main" id="{7EEE6408-09D1-A8F6-1F25-708FC6BD95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CD7928AC-B040-05DA-27DE-99154C21996C}"/>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8" name="Group 7">
            <a:extLst>
              <a:ext uri="{FF2B5EF4-FFF2-40B4-BE49-F238E27FC236}">
                <a16:creationId xmlns:a16="http://schemas.microsoft.com/office/drawing/2014/main" id="{7428C6DD-2C9B-745F-D139-4F1F756496BA}"/>
              </a:ext>
            </a:extLst>
          </p:cNvPr>
          <p:cNvGrpSpPr/>
          <p:nvPr userDrawn="1"/>
        </p:nvGrpSpPr>
        <p:grpSpPr>
          <a:xfrm>
            <a:off x="380497" y="1888670"/>
            <a:ext cx="3654867" cy="144735"/>
            <a:chOff x="380497" y="1888670"/>
            <a:chExt cx="3654867" cy="144735"/>
          </a:xfrm>
        </p:grpSpPr>
        <p:pic>
          <p:nvPicPr>
            <p:cNvPr id="13" name="Graphic 12">
              <a:extLst>
                <a:ext uri="{FF2B5EF4-FFF2-40B4-BE49-F238E27FC236}">
                  <a16:creationId xmlns:a16="http://schemas.microsoft.com/office/drawing/2014/main" id="{BC4639FB-A5DE-2A35-BC6F-DC499787F65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7" name="Straight Connector 16">
              <a:extLst>
                <a:ext uri="{FF2B5EF4-FFF2-40B4-BE49-F238E27FC236}">
                  <a16:creationId xmlns:a16="http://schemas.microsoft.com/office/drawing/2014/main" id="{A6FE50E4-7371-7DBD-EE7B-3869144324E6}"/>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18" name="Picture 17" descr="A black background with yellow letters&#10;&#10;AI-generated content may be incorrect.">
            <a:extLst>
              <a:ext uri="{FF2B5EF4-FFF2-40B4-BE49-F238E27FC236}">
                <a16:creationId xmlns:a16="http://schemas.microsoft.com/office/drawing/2014/main" id="{0BA6C764-40EB-0F5F-4EE1-09E0546D354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19" name="Group 18">
            <a:extLst>
              <a:ext uri="{FF2B5EF4-FFF2-40B4-BE49-F238E27FC236}">
                <a16:creationId xmlns:a16="http://schemas.microsoft.com/office/drawing/2014/main" id="{D608008A-CA20-3752-3C7B-428037226146}"/>
              </a:ext>
            </a:extLst>
          </p:cNvPr>
          <p:cNvGrpSpPr/>
          <p:nvPr userDrawn="1"/>
        </p:nvGrpSpPr>
        <p:grpSpPr>
          <a:xfrm>
            <a:off x="380497" y="6476611"/>
            <a:ext cx="11427274" cy="271909"/>
            <a:chOff x="380497" y="6476611"/>
            <a:chExt cx="11427274" cy="271909"/>
          </a:xfrm>
        </p:grpSpPr>
        <p:cxnSp>
          <p:nvCxnSpPr>
            <p:cNvPr id="27" name="Straight Connector 26">
              <a:extLst>
                <a:ext uri="{FF2B5EF4-FFF2-40B4-BE49-F238E27FC236}">
                  <a16:creationId xmlns:a16="http://schemas.microsoft.com/office/drawing/2014/main" id="{33F2AF47-ED25-D8C2-8A03-FACB62A9B43A}"/>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A74BEA4-0255-A280-13B7-4EDEF5D1E75F}"/>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A069BBF9-1C4A-239F-E916-7BC978856431}"/>
              </a:ext>
            </a:extLst>
          </p:cNvPr>
          <p:cNvGrpSpPr/>
          <p:nvPr userDrawn="1"/>
        </p:nvGrpSpPr>
        <p:grpSpPr>
          <a:xfrm>
            <a:off x="4279827" y="1888670"/>
            <a:ext cx="3654867" cy="144735"/>
            <a:chOff x="380497" y="1888670"/>
            <a:chExt cx="3654867" cy="144735"/>
          </a:xfrm>
        </p:grpSpPr>
        <p:pic>
          <p:nvPicPr>
            <p:cNvPr id="30" name="Graphic 29">
              <a:extLst>
                <a:ext uri="{FF2B5EF4-FFF2-40B4-BE49-F238E27FC236}">
                  <a16:creationId xmlns:a16="http://schemas.microsoft.com/office/drawing/2014/main" id="{CD41C990-D8B9-4526-191E-04782F8BEE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29936BA4-B41A-29FD-438E-59DF9C7F1E7E}"/>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2" name="Group 31">
            <a:extLst>
              <a:ext uri="{FF2B5EF4-FFF2-40B4-BE49-F238E27FC236}">
                <a16:creationId xmlns:a16="http://schemas.microsoft.com/office/drawing/2014/main" id="{50310C80-9975-3C8C-2307-6680002E2F0C}"/>
              </a:ext>
            </a:extLst>
          </p:cNvPr>
          <p:cNvGrpSpPr/>
          <p:nvPr userDrawn="1"/>
        </p:nvGrpSpPr>
        <p:grpSpPr>
          <a:xfrm>
            <a:off x="8177603" y="1888670"/>
            <a:ext cx="3654867" cy="144735"/>
            <a:chOff x="380497" y="1888670"/>
            <a:chExt cx="3654867" cy="144735"/>
          </a:xfrm>
        </p:grpSpPr>
        <p:pic>
          <p:nvPicPr>
            <p:cNvPr id="33" name="Graphic 32">
              <a:extLst>
                <a:ext uri="{FF2B5EF4-FFF2-40B4-BE49-F238E27FC236}">
                  <a16:creationId xmlns:a16="http://schemas.microsoft.com/office/drawing/2014/main" id="{DDCCBE78-20C8-1E01-A9BA-58A7D58096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4" name="Straight Connector 33">
              <a:extLst>
                <a:ext uri="{FF2B5EF4-FFF2-40B4-BE49-F238E27FC236}">
                  <a16:creationId xmlns:a16="http://schemas.microsoft.com/office/drawing/2014/main" id="{FA322CB2-FB79-A57A-67CE-8016EC5E5C9C}"/>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225207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32" name="Text Placeholder 8">
            <a:extLst>
              <a:ext uri="{FF2B5EF4-FFF2-40B4-BE49-F238E27FC236}">
                <a16:creationId xmlns:a16="http://schemas.microsoft.com/office/drawing/2014/main" id="{AC447B9E-D442-AA77-866A-96BA7E24F529}"/>
              </a:ext>
            </a:extLst>
          </p:cNvPr>
          <p:cNvSpPr>
            <a:spLocks noGrp="1"/>
          </p:cNvSpPr>
          <p:nvPr>
            <p:ph type="body" sz="quarter" idx="15"/>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1">
            <a:extLst>
              <a:ext uri="{FF2B5EF4-FFF2-40B4-BE49-F238E27FC236}">
                <a16:creationId xmlns:a16="http://schemas.microsoft.com/office/drawing/2014/main" id="{BB444D3B-7904-9557-A9BD-B293FEBC1313}"/>
              </a:ext>
            </a:extLst>
          </p:cNvPr>
          <p:cNvSpPr>
            <a:spLocks noGrp="1"/>
          </p:cNvSpPr>
          <p:nvPr>
            <p:ph sz="half" idx="1"/>
          </p:nvPr>
        </p:nvSpPr>
        <p:spPr>
          <a:xfrm>
            <a:off x="380498" y="2188029"/>
            <a:ext cx="2674276"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B1C9D10C-27B8-59CC-C06D-F18337E45BDE}"/>
              </a:ext>
            </a:extLst>
          </p:cNvPr>
          <p:cNvSpPr>
            <a:spLocks noGrp="1"/>
          </p:cNvSpPr>
          <p:nvPr>
            <p:ph sz="half" idx="2"/>
          </p:nvPr>
        </p:nvSpPr>
        <p:spPr>
          <a:xfrm>
            <a:off x="3305556" y="2188029"/>
            <a:ext cx="2679192"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5B7E7D04-1F0C-D046-80D9-E23551D47E38}"/>
              </a:ext>
            </a:extLst>
          </p:cNvPr>
          <p:cNvSpPr>
            <a:spLocks noGrp="1"/>
          </p:cNvSpPr>
          <p:nvPr>
            <p:ph sz="half" idx="13"/>
          </p:nvPr>
        </p:nvSpPr>
        <p:spPr>
          <a:xfrm>
            <a:off x="6235530" y="2188029"/>
            <a:ext cx="2679192"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4">
            <a:extLst>
              <a:ext uri="{FF2B5EF4-FFF2-40B4-BE49-F238E27FC236}">
                <a16:creationId xmlns:a16="http://schemas.microsoft.com/office/drawing/2014/main" id="{03495036-E9C0-CCD2-E1B2-A2015F8BE70B}"/>
              </a:ext>
            </a:extLst>
          </p:cNvPr>
          <p:cNvSpPr>
            <a:spLocks noGrp="1"/>
          </p:cNvSpPr>
          <p:nvPr>
            <p:ph sz="half" idx="14"/>
          </p:nvPr>
        </p:nvSpPr>
        <p:spPr>
          <a:xfrm>
            <a:off x="9145410" y="2188029"/>
            <a:ext cx="2679192"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1888670"/>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746A3D09-14FF-C460-977D-AE705D2B10A9}"/>
              </a:ext>
            </a:extLst>
          </p:cNvPr>
          <p:cNvGrpSpPr/>
          <p:nvPr/>
        </p:nvGrpSpPr>
        <p:grpSpPr>
          <a:xfrm>
            <a:off x="380497" y="6476611"/>
            <a:ext cx="11427274" cy="271909"/>
            <a:chOff x="380497" y="6476611"/>
            <a:chExt cx="11427274" cy="271909"/>
          </a:xfrm>
        </p:grpSpPr>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AACA8C55-161F-DE41-2794-023369E7C3A7}"/>
              </a:ext>
            </a:extLst>
          </p:cNvPr>
          <p:cNvGrpSpPr/>
          <p:nvPr/>
        </p:nvGrpSpPr>
        <p:grpSpPr>
          <a:xfrm>
            <a:off x="3305556" y="1888670"/>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1888670"/>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1888670"/>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8" name="Group 7">
            <a:extLst>
              <a:ext uri="{FF2B5EF4-FFF2-40B4-BE49-F238E27FC236}">
                <a16:creationId xmlns:a16="http://schemas.microsoft.com/office/drawing/2014/main" id="{566C005C-8AE5-F570-F0E3-182C5F943077}"/>
              </a:ext>
            </a:extLst>
          </p:cNvPr>
          <p:cNvGrpSpPr/>
          <p:nvPr userDrawn="1"/>
        </p:nvGrpSpPr>
        <p:grpSpPr>
          <a:xfrm>
            <a:off x="380497" y="1888670"/>
            <a:ext cx="2674276" cy="144735"/>
            <a:chOff x="380497" y="1888670"/>
            <a:chExt cx="2674276" cy="144735"/>
          </a:xfrm>
        </p:grpSpPr>
        <p:pic>
          <p:nvPicPr>
            <p:cNvPr id="14" name="Graphic 13">
              <a:extLst>
                <a:ext uri="{FF2B5EF4-FFF2-40B4-BE49-F238E27FC236}">
                  <a16:creationId xmlns:a16="http://schemas.microsoft.com/office/drawing/2014/main" id="{0E55AA90-A748-F9EC-24DF-C55481E663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BADBE2C3-3784-AECC-907E-15B7C6E21CF5}"/>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16" name="Picture 15" descr="A black background with yellow letters&#10;&#10;AI-generated content may be incorrect.">
            <a:extLst>
              <a:ext uri="{FF2B5EF4-FFF2-40B4-BE49-F238E27FC236}">
                <a16:creationId xmlns:a16="http://schemas.microsoft.com/office/drawing/2014/main" id="{BF5A30D4-79F9-827E-BCB3-5051EAD4F7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23" name="Group 22">
            <a:extLst>
              <a:ext uri="{FF2B5EF4-FFF2-40B4-BE49-F238E27FC236}">
                <a16:creationId xmlns:a16="http://schemas.microsoft.com/office/drawing/2014/main" id="{CD17BDAC-76A1-7F0F-3C18-BA19E5546D3D}"/>
              </a:ext>
            </a:extLst>
          </p:cNvPr>
          <p:cNvGrpSpPr/>
          <p:nvPr userDrawn="1"/>
        </p:nvGrpSpPr>
        <p:grpSpPr>
          <a:xfrm>
            <a:off x="380497" y="6476611"/>
            <a:ext cx="11427274" cy="271909"/>
            <a:chOff x="380497" y="6476611"/>
            <a:chExt cx="11427274" cy="271909"/>
          </a:xfrm>
        </p:grpSpPr>
        <p:cxnSp>
          <p:nvCxnSpPr>
            <p:cNvPr id="24" name="Straight Connector 23">
              <a:extLst>
                <a:ext uri="{FF2B5EF4-FFF2-40B4-BE49-F238E27FC236}">
                  <a16:creationId xmlns:a16="http://schemas.microsoft.com/office/drawing/2014/main" id="{059C96AA-C3BD-2816-FD18-12C49214DF4C}"/>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AB5FFB38-056D-9AD5-6FEA-CB849453197B}"/>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2E1B153F-8421-DF4D-C872-BF9D2CB2A86F}"/>
              </a:ext>
            </a:extLst>
          </p:cNvPr>
          <p:cNvGrpSpPr/>
          <p:nvPr userDrawn="1"/>
        </p:nvGrpSpPr>
        <p:grpSpPr>
          <a:xfrm>
            <a:off x="3305556" y="1888670"/>
            <a:ext cx="2674276" cy="144735"/>
            <a:chOff x="380497" y="1888670"/>
            <a:chExt cx="2674276" cy="144735"/>
          </a:xfrm>
        </p:grpSpPr>
        <p:pic>
          <p:nvPicPr>
            <p:cNvPr id="34" name="Graphic 33">
              <a:extLst>
                <a:ext uri="{FF2B5EF4-FFF2-40B4-BE49-F238E27FC236}">
                  <a16:creationId xmlns:a16="http://schemas.microsoft.com/office/drawing/2014/main" id="{4E605685-1449-0587-4C7F-76E802CF30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5" name="Straight Connector 34">
              <a:extLst>
                <a:ext uri="{FF2B5EF4-FFF2-40B4-BE49-F238E27FC236}">
                  <a16:creationId xmlns:a16="http://schemas.microsoft.com/office/drawing/2014/main" id="{82B06B98-3063-859B-39EC-035B95B47F6C}"/>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6" name="Group 35">
            <a:extLst>
              <a:ext uri="{FF2B5EF4-FFF2-40B4-BE49-F238E27FC236}">
                <a16:creationId xmlns:a16="http://schemas.microsoft.com/office/drawing/2014/main" id="{6F225DC9-FA81-B7E9-4FD9-C8DA6D2A1083}"/>
              </a:ext>
            </a:extLst>
          </p:cNvPr>
          <p:cNvGrpSpPr/>
          <p:nvPr userDrawn="1"/>
        </p:nvGrpSpPr>
        <p:grpSpPr>
          <a:xfrm>
            <a:off x="6235530" y="1888670"/>
            <a:ext cx="2674276" cy="144735"/>
            <a:chOff x="380497" y="1888670"/>
            <a:chExt cx="2674276" cy="144735"/>
          </a:xfrm>
        </p:grpSpPr>
        <p:pic>
          <p:nvPicPr>
            <p:cNvPr id="37" name="Graphic 36">
              <a:extLst>
                <a:ext uri="{FF2B5EF4-FFF2-40B4-BE49-F238E27FC236}">
                  <a16:creationId xmlns:a16="http://schemas.microsoft.com/office/drawing/2014/main" id="{408E13BD-E50F-8654-A7DF-B324ED60C6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8" name="Straight Connector 37">
              <a:extLst>
                <a:ext uri="{FF2B5EF4-FFF2-40B4-BE49-F238E27FC236}">
                  <a16:creationId xmlns:a16="http://schemas.microsoft.com/office/drawing/2014/main" id="{7F0581A2-B04A-D0D2-7516-84DCC94FBF29}"/>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9" name="Group 38">
            <a:extLst>
              <a:ext uri="{FF2B5EF4-FFF2-40B4-BE49-F238E27FC236}">
                <a16:creationId xmlns:a16="http://schemas.microsoft.com/office/drawing/2014/main" id="{BA3048E8-68B3-D0EC-287A-23E87F12F541}"/>
              </a:ext>
            </a:extLst>
          </p:cNvPr>
          <p:cNvGrpSpPr/>
          <p:nvPr userDrawn="1"/>
        </p:nvGrpSpPr>
        <p:grpSpPr>
          <a:xfrm>
            <a:off x="9145410" y="1888670"/>
            <a:ext cx="2674276" cy="144735"/>
            <a:chOff x="380497" y="1888670"/>
            <a:chExt cx="2674276" cy="144735"/>
          </a:xfrm>
        </p:grpSpPr>
        <p:pic>
          <p:nvPicPr>
            <p:cNvPr id="40" name="Graphic 39">
              <a:extLst>
                <a:ext uri="{FF2B5EF4-FFF2-40B4-BE49-F238E27FC236}">
                  <a16:creationId xmlns:a16="http://schemas.microsoft.com/office/drawing/2014/main" id="{246BBC04-0CEB-6962-46F0-70A67D30FD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1" name="Straight Connector 40">
              <a:extLst>
                <a:ext uri="{FF2B5EF4-FFF2-40B4-BE49-F238E27FC236}">
                  <a16:creationId xmlns:a16="http://schemas.microsoft.com/office/drawing/2014/main" id="{FD2D5A72-3AF9-0AFF-AEC8-4BB0C22292DE}"/>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332905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8"/>
            <a:ext cx="11443602" cy="555278"/>
          </a:xfrm>
        </p:spPr>
        <p:txBody>
          <a:bodyPr/>
          <a:lstStyle/>
          <a:p>
            <a:r>
              <a:rPr lang="en-US"/>
              <a:t>Click to edit Master title style</a:t>
            </a:r>
          </a:p>
        </p:txBody>
      </p:sp>
      <p:sp>
        <p:nvSpPr>
          <p:cNvPr id="10" name="Text Placeholder 8">
            <a:extLst>
              <a:ext uri="{FF2B5EF4-FFF2-40B4-BE49-F238E27FC236}">
                <a16:creationId xmlns:a16="http://schemas.microsoft.com/office/drawing/2014/main" id="{91526134-BC86-55AE-6999-B43F635D7E2E}"/>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Text Placeholder 1">
            <a:extLst>
              <a:ext uri="{FF2B5EF4-FFF2-40B4-BE49-F238E27FC236}">
                <a16:creationId xmlns:a16="http://schemas.microsoft.com/office/drawing/2014/main" id="{D35D3B3E-22D5-68B6-12DD-46864A2BCBAA}"/>
              </a:ext>
            </a:extLst>
          </p:cNvPr>
          <p:cNvSpPr>
            <a:spLocks noGrp="1"/>
          </p:cNvSpPr>
          <p:nvPr>
            <p:ph type="body" idx="1"/>
          </p:nvPr>
        </p:nvSpPr>
        <p:spPr>
          <a:xfrm>
            <a:off x="381000"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1">
            <a:extLst>
              <a:ext uri="{FF2B5EF4-FFF2-40B4-BE49-F238E27FC236}">
                <a16:creationId xmlns:a16="http://schemas.microsoft.com/office/drawing/2014/main" id="{9E8AB61A-BE2A-5884-617D-6053A88B4630}"/>
              </a:ext>
            </a:extLst>
          </p:cNvPr>
          <p:cNvSpPr>
            <a:spLocks noGrp="1"/>
          </p:cNvSpPr>
          <p:nvPr>
            <p:ph sz="half" idx="2"/>
          </p:nvPr>
        </p:nvSpPr>
        <p:spPr>
          <a:xfrm>
            <a:off x="381000" y="2654105"/>
            <a:ext cx="5568696"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D10E844-599A-7AAF-EF5A-7D215C3F4EFF}"/>
              </a:ext>
            </a:extLst>
          </p:cNvPr>
          <p:cNvSpPr>
            <a:spLocks noGrp="1"/>
          </p:cNvSpPr>
          <p:nvPr>
            <p:ph type="body" sz="quarter" idx="3"/>
          </p:nvPr>
        </p:nvSpPr>
        <p:spPr>
          <a:xfrm>
            <a:off x="6224376"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BDEE36-7CD8-F44D-9F9A-15CB7F2C2B07}"/>
              </a:ext>
            </a:extLst>
          </p:cNvPr>
          <p:cNvSpPr>
            <a:spLocks noGrp="1"/>
          </p:cNvSpPr>
          <p:nvPr>
            <p:ph sz="quarter" idx="4"/>
          </p:nvPr>
        </p:nvSpPr>
        <p:spPr>
          <a:xfrm>
            <a:off x="6224376" y="2654105"/>
            <a:ext cx="5568696"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3" name="Group 12">
            <a:extLst>
              <a:ext uri="{FF2B5EF4-FFF2-40B4-BE49-F238E27FC236}">
                <a16:creationId xmlns:a16="http://schemas.microsoft.com/office/drawing/2014/main" id="{E68295AB-E386-031F-236F-768F7F6965A1}"/>
              </a:ext>
            </a:extLst>
          </p:cNvPr>
          <p:cNvGrpSpPr/>
          <p:nvPr/>
        </p:nvGrpSpPr>
        <p:grpSpPr>
          <a:xfrm>
            <a:off x="380497" y="2361367"/>
            <a:ext cx="5587658" cy="144735"/>
            <a:chOff x="380497" y="1888670"/>
            <a:chExt cx="5587658" cy="144735"/>
          </a:xfrm>
        </p:grpSpPr>
        <p:pic>
          <p:nvPicPr>
            <p:cNvPr id="14" name="Graphic 13">
              <a:extLst>
                <a:ext uri="{FF2B5EF4-FFF2-40B4-BE49-F238E27FC236}">
                  <a16:creationId xmlns:a16="http://schemas.microsoft.com/office/drawing/2014/main" id="{8BF78718-38FB-D6D8-736A-3975DBEDC7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32292A5F-91E9-3CE7-BC15-CFDBD32F8762}"/>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4843C4B1-302A-517D-2D12-158DE0FD3A4B}"/>
              </a:ext>
            </a:extLst>
          </p:cNvPr>
          <p:cNvGrpSpPr/>
          <p:nvPr/>
        </p:nvGrpSpPr>
        <p:grpSpPr>
          <a:xfrm>
            <a:off x="6220113" y="2361367"/>
            <a:ext cx="5587658" cy="144735"/>
            <a:chOff x="380497" y="1888670"/>
            <a:chExt cx="5587658" cy="144735"/>
          </a:xfrm>
        </p:grpSpPr>
        <p:pic>
          <p:nvPicPr>
            <p:cNvPr id="17" name="Graphic 16">
              <a:extLst>
                <a:ext uri="{FF2B5EF4-FFF2-40B4-BE49-F238E27FC236}">
                  <a16:creationId xmlns:a16="http://schemas.microsoft.com/office/drawing/2014/main" id="{47DFCCD3-FFDA-11AE-232C-3D4FF6DBA9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FCF77C5-D561-B541-8604-B94B29365A78}"/>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C263C4D9-2AB0-E4C7-E86E-76E8DCD544F8}"/>
              </a:ext>
            </a:extLst>
          </p:cNvPr>
          <p:cNvGrpSpPr/>
          <p:nvPr userDrawn="1"/>
        </p:nvGrpSpPr>
        <p:grpSpPr>
          <a:xfrm>
            <a:off x="380497" y="2361367"/>
            <a:ext cx="5587658" cy="144735"/>
            <a:chOff x="380497" y="1888670"/>
            <a:chExt cx="5587658" cy="144735"/>
          </a:xfrm>
        </p:grpSpPr>
        <p:pic>
          <p:nvPicPr>
            <p:cNvPr id="11" name="Graphic 10">
              <a:extLst>
                <a:ext uri="{FF2B5EF4-FFF2-40B4-BE49-F238E27FC236}">
                  <a16:creationId xmlns:a16="http://schemas.microsoft.com/office/drawing/2014/main" id="{2903E0F8-C7ED-1B13-ED6B-E277422BE6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3075B4E7-0D77-E012-7E23-87EA7013E647}"/>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FCD837BB-CE87-5C05-8967-F0B0346548C9}"/>
              </a:ext>
            </a:extLst>
          </p:cNvPr>
          <p:cNvGrpSpPr/>
          <p:nvPr userDrawn="1"/>
        </p:nvGrpSpPr>
        <p:grpSpPr>
          <a:xfrm>
            <a:off x="6220113" y="2361367"/>
            <a:ext cx="5587658" cy="144735"/>
            <a:chOff x="380497" y="1888670"/>
            <a:chExt cx="5587658" cy="144735"/>
          </a:xfrm>
        </p:grpSpPr>
        <p:pic>
          <p:nvPicPr>
            <p:cNvPr id="23" name="Graphic 22">
              <a:extLst>
                <a:ext uri="{FF2B5EF4-FFF2-40B4-BE49-F238E27FC236}">
                  <a16:creationId xmlns:a16="http://schemas.microsoft.com/office/drawing/2014/main" id="{33F2B534-27BE-4655-22D4-3D1B5949E2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4" name="Straight Connector 23">
              <a:extLst>
                <a:ext uri="{FF2B5EF4-FFF2-40B4-BE49-F238E27FC236}">
                  <a16:creationId xmlns:a16="http://schemas.microsoft.com/office/drawing/2014/main" id="{7A454379-96DB-93C4-CB10-7BF16DA0ED01}"/>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5" name="Picture 24" descr="A black background with yellow letters&#10;&#10;AI-generated content may be incorrect.">
            <a:extLst>
              <a:ext uri="{FF2B5EF4-FFF2-40B4-BE49-F238E27FC236}">
                <a16:creationId xmlns:a16="http://schemas.microsoft.com/office/drawing/2014/main" id="{7F7EDB6B-572D-8694-C76F-AD31D32A3E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6" name="Straight Connector 25">
            <a:extLst>
              <a:ext uri="{FF2B5EF4-FFF2-40B4-BE49-F238E27FC236}">
                <a16:creationId xmlns:a16="http://schemas.microsoft.com/office/drawing/2014/main" id="{2CFEECD9-51DA-A4D3-15F2-52A74C8CAC18}"/>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328ACDC-5AEC-25F7-C28A-DD8F9FDB34FF}"/>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1210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mparison Thre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8"/>
            <a:ext cx="11443602" cy="555278"/>
          </a:xfrm>
        </p:spPr>
        <p:txBody>
          <a:bodyPr/>
          <a:lstStyle/>
          <a:p>
            <a:r>
              <a:rPr lang="en-US"/>
              <a:t>Click to edit Master title style</a:t>
            </a:r>
          </a:p>
        </p:txBody>
      </p:sp>
      <p:sp>
        <p:nvSpPr>
          <p:cNvPr id="10" name="Text Placeholder 8">
            <a:extLst>
              <a:ext uri="{FF2B5EF4-FFF2-40B4-BE49-F238E27FC236}">
                <a16:creationId xmlns:a16="http://schemas.microsoft.com/office/drawing/2014/main" id="{91526134-BC86-55AE-6999-B43F635D7E2E}"/>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Text Placeholder 1">
            <a:extLst>
              <a:ext uri="{FF2B5EF4-FFF2-40B4-BE49-F238E27FC236}">
                <a16:creationId xmlns:a16="http://schemas.microsoft.com/office/drawing/2014/main" id="{D35D3B3E-22D5-68B6-12DD-46864A2BCBAA}"/>
              </a:ext>
            </a:extLst>
          </p:cNvPr>
          <p:cNvSpPr>
            <a:spLocks noGrp="1"/>
          </p:cNvSpPr>
          <p:nvPr>
            <p:ph type="body" idx="1"/>
          </p:nvPr>
        </p:nvSpPr>
        <p:spPr>
          <a:xfrm>
            <a:off x="381000" y="1681162"/>
            <a:ext cx="3630168"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1">
            <a:extLst>
              <a:ext uri="{FF2B5EF4-FFF2-40B4-BE49-F238E27FC236}">
                <a16:creationId xmlns:a16="http://schemas.microsoft.com/office/drawing/2014/main" id="{9E8AB61A-BE2A-5884-617D-6053A88B4630}"/>
              </a:ext>
            </a:extLst>
          </p:cNvPr>
          <p:cNvSpPr>
            <a:spLocks noGrp="1"/>
          </p:cNvSpPr>
          <p:nvPr>
            <p:ph sz="half" idx="2"/>
          </p:nvPr>
        </p:nvSpPr>
        <p:spPr>
          <a:xfrm>
            <a:off x="381000" y="2654105"/>
            <a:ext cx="3630168"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D10E844-599A-7AAF-EF5A-7D215C3F4EFF}"/>
              </a:ext>
            </a:extLst>
          </p:cNvPr>
          <p:cNvSpPr>
            <a:spLocks noGrp="1"/>
          </p:cNvSpPr>
          <p:nvPr>
            <p:ph type="body" sz="quarter" idx="3"/>
          </p:nvPr>
        </p:nvSpPr>
        <p:spPr>
          <a:xfrm>
            <a:off x="4280916" y="1681162"/>
            <a:ext cx="3630168"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2">
            <a:extLst>
              <a:ext uri="{FF2B5EF4-FFF2-40B4-BE49-F238E27FC236}">
                <a16:creationId xmlns:a16="http://schemas.microsoft.com/office/drawing/2014/main" id="{A2BDEE36-7CD8-F44D-9F9A-15CB7F2C2B07}"/>
              </a:ext>
            </a:extLst>
          </p:cNvPr>
          <p:cNvSpPr>
            <a:spLocks noGrp="1"/>
          </p:cNvSpPr>
          <p:nvPr>
            <p:ph sz="quarter" idx="4"/>
          </p:nvPr>
        </p:nvSpPr>
        <p:spPr>
          <a:xfrm>
            <a:off x="4280916" y="2654105"/>
            <a:ext cx="3630168"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3">
            <a:extLst>
              <a:ext uri="{FF2B5EF4-FFF2-40B4-BE49-F238E27FC236}">
                <a16:creationId xmlns:a16="http://schemas.microsoft.com/office/drawing/2014/main" id="{FF43D79F-72DD-65AE-B5FD-74EBA0D6D3B3}"/>
              </a:ext>
            </a:extLst>
          </p:cNvPr>
          <p:cNvSpPr>
            <a:spLocks noGrp="1"/>
          </p:cNvSpPr>
          <p:nvPr>
            <p:ph type="body" sz="quarter" idx="14"/>
          </p:nvPr>
        </p:nvSpPr>
        <p:spPr>
          <a:xfrm>
            <a:off x="8177603" y="1681162"/>
            <a:ext cx="3630168"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6A74C9E3-002A-0CCE-31C0-B74312612943}"/>
              </a:ext>
            </a:extLst>
          </p:cNvPr>
          <p:cNvSpPr>
            <a:spLocks noGrp="1"/>
          </p:cNvSpPr>
          <p:nvPr>
            <p:ph sz="quarter" idx="15"/>
          </p:nvPr>
        </p:nvSpPr>
        <p:spPr>
          <a:xfrm>
            <a:off x="8177603" y="2654105"/>
            <a:ext cx="3630168"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62AEE85C-EA26-06A9-CB76-E97830CAA415}"/>
              </a:ext>
            </a:extLst>
          </p:cNvPr>
          <p:cNvGrpSpPr/>
          <p:nvPr/>
        </p:nvGrpSpPr>
        <p:grpSpPr>
          <a:xfrm>
            <a:off x="380497" y="2361367"/>
            <a:ext cx="3654867" cy="144735"/>
            <a:chOff x="380497" y="1888670"/>
            <a:chExt cx="3654867" cy="144735"/>
          </a:xfrm>
        </p:grpSpPr>
        <p:pic>
          <p:nvPicPr>
            <p:cNvPr id="11" name="Graphic 10">
              <a:extLst>
                <a:ext uri="{FF2B5EF4-FFF2-40B4-BE49-F238E27FC236}">
                  <a16:creationId xmlns:a16="http://schemas.microsoft.com/office/drawing/2014/main" id="{621B0EEB-FDD0-3E37-DCFC-AFA5FF2D6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5347C66F-24FB-EC6C-0C55-4F41DED29598}"/>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3" name="Group 22">
            <a:extLst>
              <a:ext uri="{FF2B5EF4-FFF2-40B4-BE49-F238E27FC236}">
                <a16:creationId xmlns:a16="http://schemas.microsoft.com/office/drawing/2014/main" id="{CFEBDC82-CFFB-6BFA-32A2-6B67E5974FE3}"/>
              </a:ext>
            </a:extLst>
          </p:cNvPr>
          <p:cNvGrpSpPr/>
          <p:nvPr/>
        </p:nvGrpSpPr>
        <p:grpSpPr>
          <a:xfrm>
            <a:off x="4279827" y="2361367"/>
            <a:ext cx="3654867" cy="144735"/>
            <a:chOff x="380497" y="1888670"/>
            <a:chExt cx="3654867" cy="144735"/>
          </a:xfrm>
        </p:grpSpPr>
        <p:pic>
          <p:nvPicPr>
            <p:cNvPr id="24" name="Graphic 23">
              <a:extLst>
                <a:ext uri="{FF2B5EF4-FFF2-40B4-BE49-F238E27FC236}">
                  <a16:creationId xmlns:a16="http://schemas.microsoft.com/office/drawing/2014/main" id="{B8DA7B25-FC5B-45DE-22F0-02F5FAD712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D953E413-CE3C-E191-D264-22C10766A91D}"/>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6" name="Group 25">
            <a:extLst>
              <a:ext uri="{FF2B5EF4-FFF2-40B4-BE49-F238E27FC236}">
                <a16:creationId xmlns:a16="http://schemas.microsoft.com/office/drawing/2014/main" id="{19181796-06A7-BF46-8FAC-915233F5216D}"/>
              </a:ext>
            </a:extLst>
          </p:cNvPr>
          <p:cNvGrpSpPr/>
          <p:nvPr/>
        </p:nvGrpSpPr>
        <p:grpSpPr>
          <a:xfrm>
            <a:off x="8177603" y="2361367"/>
            <a:ext cx="3654867" cy="144735"/>
            <a:chOff x="380497" y="1888670"/>
            <a:chExt cx="3654867" cy="144735"/>
          </a:xfrm>
        </p:grpSpPr>
        <p:pic>
          <p:nvPicPr>
            <p:cNvPr id="27" name="Graphic 26">
              <a:extLst>
                <a:ext uri="{FF2B5EF4-FFF2-40B4-BE49-F238E27FC236}">
                  <a16:creationId xmlns:a16="http://schemas.microsoft.com/office/drawing/2014/main" id="{603D9F37-DD70-159B-26A7-BC7E456EB2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28" name="Straight Connector 27">
              <a:extLst>
                <a:ext uri="{FF2B5EF4-FFF2-40B4-BE49-F238E27FC236}">
                  <a16:creationId xmlns:a16="http://schemas.microsoft.com/office/drawing/2014/main" id="{01620B67-FC72-2216-76D6-C1211A9AE5F3}"/>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13" name="Picture 12" descr="A black background with yellow letters&#10;&#10;AI-generated content may be incorrect.">
            <a:extLst>
              <a:ext uri="{FF2B5EF4-FFF2-40B4-BE49-F238E27FC236}">
                <a16:creationId xmlns:a16="http://schemas.microsoft.com/office/drawing/2014/main" id="{6F80164C-B617-40A7-3385-990B8205D3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4" name="Straight Connector 13">
            <a:extLst>
              <a:ext uri="{FF2B5EF4-FFF2-40B4-BE49-F238E27FC236}">
                <a16:creationId xmlns:a16="http://schemas.microsoft.com/office/drawing/2014/main" id="{E45F8F62-8B54-3F36-9255-5DB551F85E89}"/>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F8152A0-6EE6-EFEC-6744-5DB55BA3E165}"/>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6" name="Group 15">
            <a:extLst>
              <a:ext uri="{FF2B5EF4-FFF2-40B4-BE49-F238E27FC236}">
                <a16:creationId xmlns:a16="http://schemas.microsoft.com/office/drawing/2014/main" id="{20453E43-F384-1F2D-A29F-917DED7FA78C}"/>
              </a:ext>
            </a:extLst>
          </p:cNvPr>
          <p:cNvGrpSpPr/>
          <p:nvPr userDrawn="1"/>
        </p:nvGrpSpPr>
        <p:grpSpPr>
          <a:xfrm>
            <a:off x="380497" y="2361367"/>
            <a:ext cx="3654867" cy="144735"/>
            <a:chOff x="380497" y="1888670"/>
            <a:chExt cx="3654867" cy="144735"/>
          </a:xfrm>
        </p:grpSpPr>
        <p:pic>
          <p:nvPicPr>
            <p:cNvPr id="17" name="Graphic 16">
              <a:extLst>
                <a:ext uri="{FF2B5EF4-FFF2-40B4-BE49-F238E27FC236}">
                  <a16:creationId xmlns:a16="http://schemas.microsoft.com/office/drawing/2014/main" id="{322078FA-4F1E-B29E-3DEF-520D5C1582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48E8B79E-0FF4-C1BA-3029-C195283B6C76}"/>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2" name="Group 21">
            <a:extLst>
              <a:ext uri="{FF2B5EF4-FFF2-40B4-BE49-F238E27FC236}">
                <a16:creationId xmlns:a16="http://schemas.microsoft.com/office/drawing/2014/main" id="{7B395509-9321-7478-35B2-11D29B110BCA}"/>
              </a:ext>
            </a:extLst>
          </p:cNvPr>
          <p:cNvGrpSpPr/>
          <p:nvPr userDrawn="1"/>
        </p:nvGrpSpPr>
        <p:grpSpPr>
          <a:xfrm>
            <a:off x="4279827" y="2361367"/>
            <a:ext cx="3654867" cy="144735"/>
            <a:chOff x="380497" y="1888670"/>
            <a:chExt cx="3654867" cy="144735"/>
          </a:xfrm>
        </p:grpSpPr>
        <p:pic>
          <p:nvPicPr>
            <p:cNvPr id="31" name="Graphic 30">
              <a:extLst>
                <a:ext uri="{FF2B5EF4-FFF2-40B4-BE49-F238E27FC236}">
                  <a16:creationId xmlns:a16="http://schemas.microsoft.com/office/drawing/2014/main" id="{2E10CF47-72F7-3DB8-C9FF-EFDEEE6BB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32" name="Straight Connector 31">
              <a:extLst>
                <a:ext uri="{FF2B5EF4-FFF2-40B4-BE49-F238E27FC236}">
                  <a16:creationId xmlns:a16="http://schemas.microsoft.com/office/drawing/2014/main" id="{495D9601-4ED5-8231-3B41-A189E379BD85}"/>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3" name="Group 32">
            <a:extLst>
              <a:ext uri="{FF2B5EF4-FFF2-40B4-BE49-F238E27FC236}">
                <a16:creationId xmlns:a16="http://schemas.microsoft.com/office/drawing/2014/main" id="{060B9D5D-0EE5-B10D-D23A-221460C6FA31}"/>
              </a:ext>
            </a:extLst>
          </p:cNvPr>
          <p:cNvGrpSpPr/>
          <p:nvPr userDrawn="1"/>
        </p:nvGrpSpPr>
        <p:grpSpPr>
          <a:xfrm>
            <a:off x="8177603" y="2361367"/>
            <a:ext cx="3654867" cy="144735"/>
            <a:chOff x="380497" y="1888670"/>
            <a:chExt cx="3654867" cy="144735"/>
          </a:xfrm>
        </p:grpSpPr>
        <p:pic>
          <p:nvPicPr>
            <p:cNvPr id="34" name="Graphic 33">
              <a:extLst>
                <a:ext uri="{FF2B5EF4-FFF2-40B4-BE49-F238E27FC236}">
                  <a16:creationId xmlns:a16="http://schemas.microsoft.com/office/drawing/2014/main" id="{C6B95369-5E6D-94B1-AD17-E9A29C8B1F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35" name="Straight Connector 34">
              <a:extLst>
                <a:ext uri="{FF2B5EF4-FFF2-40B4-BE49-F238E27FC236}">
                  <a16:creationId xmlns:a16="http://schemas.microsoft.com/office/drawing/2014/main" id="{B09155A2-3618-DBDA-5B19-289683E79D37}"/>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3755247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Fou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8"/>
            <a:ext cx="11443602" cy="555278"/>
          </a:xfrm>
        </p:spPr>
        <p:txBody>
          <a:bodyPr/>
          <a:lstStyle/>
          <a:p>
            <a:r>
              <a:rPr lang="en-US"/>
              <a:t>Click to edit Master title style</a:t>
            </a:r>
          </a:p>
        </p:txBody>
      </p:sp>
      <p:sp>
        <p:nvSpPr>
          <p:cNvPr id="10" name="Text Placeholder 8">
            <a:extLst>
              <a:ext uri="{FF2B5EF4-FFF2-40B4-BE49-F238E27FC236}">
                <a16:creationId xmlns:a16="http://schemas.microsoft.com/office/drawing/2014/main" id="{91526134-BC86-55AE-6999-B43F635D7E2E}"/>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Text Placeholder 1">
            <a:extLst>
              <a:ext uri="{FF2B5EF4-FFF2-40B4-BE49-F238E27FC236}">
                <a16:creationId xmlns:a16="http://schemas.microsoft.com/office/drawing/2014/main" id="{D35D3B3E-22D5-68B6-12DD-46864A2BCBAA}"/>
              </a:ext>
            </a:extLst>
          </p:cNvPr>
          <p:cNvSpPr>
            <a:spLocks noGrp="1"/>
          </p:cNvSpPr>
          <p:nvPr>
            <p:ph type="body" idx="1"/>
          </p:nvPr>
        </p:nvSpPr>
        <p:spPr>
          <a:xfrm>
            <a:off x="381000" y="1681162"/>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1">
            <a:extLst>
              <a:ext uri="{FF2B5EF4-FFF2-40B4-BE49-F238E27FC236}">
                <a16:creationId xmlns:a16="http://schemas.microsoft.com/office/drawing/2014/main" id="{9E8AB61A-BE2A-5884-617D-6053A88B4630}"/>
              </a:ext>
            </a:extLst>
          </p:cNvPr>
          <p:cNvSpPr>
            <a:spLocks noGrp="1"/>
          </p:cNvSpPr>
          <p:nvPr>
            <p:ph sz="half" idx="2"/>
          </p:nvPr>
        </p:nvSpPr>
        <p:spPr>
          <a:xfrm>
            <a:off x="381000" y="2654105"/>
            <a:ext cx="2679192"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D10E844-599A-7AAF-EF5A-7D215C3F4EFF}"/>
              </a:ext>
            </a:extLst>
          </p:cNvPr>
          <p:cNvSpPr>
            <a:spLocks noGrp="1"/>
          </p:cNvSpPr>
          <p:nvPr>
            <p:ph type="body" sz="quarter" idx="3"/>
          </p:nvPr>
        </p:nvSpPr>
        <p:spPr>
          <a:xfrm>
            <a:off x="3310128" y="1681162"/>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2">
            <a:extLst>
              <a:ext uri="{FF2B5EF4-FFF2-40B4-BE49-F238E27FC236}">
                <a16:creationId xmlns:a16="http://schemas.microsoft.com/office/drawing/2014/main" id="{A2BDEE36-7CD8-F44D-9F9A-15CB7F2C2B07}"/>
              </a:ext>
            </a:extLst>
          </p:cNvPr>
          <p:cNvSpPr>
            <a:spLocks noGrp="1"/>
          </p:cNvSpPr>
          <p:nvPr>
            <p:ph sz="quarter" idx="4"/>
          </p:nvPr>
        </p:nvSpPr>
        <p:spPr>
          <a:xfrm>
            <a:off x="3310128" y="2654105"/>
            <a:ext cx="2679192"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3">
            <a:extLst>
              <a:ext uri="{FF2B5EF4-FFF2-40B4-BE49-F238E27FC236}">
                <a16:creationId xmlns:a16="http://schemas.microsoft.com/office/drawing/2014/main" id="{FF43D79F-72DD-65AE-B5FD-74EBA0D6D3B3}"/>
              </a:ext>
            </a:extLst>
          </p:cNvPr>
          <p:cNvSpPr>
            <a:spLocks noGrp="1"/>
          </p:cNvSpPr>
          <p:nvPr>
            <p:ph type="body" sz="quarter" idx="14"/>
          </p:nvPr>
        </p:nvSpPr>
        <p:spPr>
          <a:xfrm>
            <a:off x="6236208" y="1681162"/>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6A74C9E3-002A-0CCE-31C0-B74312612943}"/>
              </a:ext>
            </a:extLst>
          </p:cNvPr>
          <p:cNvSpPr>
            <a:spLocks noGrp="1"/>
          </p:cNvSpPr>
          <p:nvPr>
            <p:ph sz="quarter" idx="15"/>
          </p:nvPr>
        </p:nvSpPr>
        <p:spPr>
          <a:xfrm>
            <a:off x="6236208" y="2654105"/>
            <a:ext cx="2679192"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4">
            <a:extLst>
              <a:ext uri="{FF2B5EF4-FFF2-40B4-BE49-F238E27FC236}">
                <a16:creationId xmlns:a16="http://schemas.microsoft.com/office/drawing/2014/main" id="{8AB0E052-2CB4-03A0-9E92-A7B1BC6CE843}"/>
              </a:ext>
            </a:extLst>
          </p:cNvPr>
          <p:cNvSpPr>
            <a:spLocks noGrp="1"/>
          </p:cNvSpPr>
          <p:nvPr>
            <p:ph type="body" sz="quarter" idx="16"/>
          </p:nvPr>
        </p:nvSpPr>
        <p:spPr>
          <a:xfrm>
            <a:off x="9144000" y="1681162"/>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0" name="Content Placeholder 4">
            <a:extLst>
              <a:ext uri="{FF2B5EF4-FFF2-40B4-BE49-F238E27FC236}">
                <a16:creationId xmlns:a16="http://schemas.microsoft.com/office/drawing/2014/main" id="{A6C06E7D-49CE-2817-27C2-7204503F5C90}"/>
              </a:ext>
            </a:extLst>
          </p:cNvPr>
          <p:cNvSpPr>
            <a:spLocks noGrp="1"/>
          </p:cNvSpPr>
          <p:nvPr>
            <p:ph sz="quarter" idx="17"/>
          </p:nvPr>
        </p:nvSpPr>
        <p:spPr>
          <a:xfrm>
            <a:off x="9144000" y="2654105"/>
            <a:ext cx="2679192"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CC59F3D-CADC-65AF-0C47-9E154174E541}"/>
              </a:ext>
            </a:extLst>
          </p:cNvPr>
          <p:cNvGrpSpPr/>
          <p:nvPr/>
        </p:nvGrpSpPr>
        <p:grpSpPr>
          <a:xfrm>
            <a:off x="380497" y="2361367"/>
            <a:ext cx="2674276" cy="144735"/>
            <a:chOff x="380497" y="1888670"/>
            <a:chExt cx="2674276" cy="144735"/>
          </a:xfrm>
        </p:grpSpPr>
        <p:pic>
          <p:nvPicPr>
            <p:cNvPr id="38" name="Graphic 37">
              <a:extLst>
                <a:ext uri="{FF2B5EF4-FFF2-40B4-BE49-F238E27FC236}">
                  <a16:creationId xmlns:a16="http://schemas.microsoft.com/office/drawing/2014/main" id="{66952A62-9677-ADC8-7290-750284A70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39" name="Straight Connector 38">
              <a:extLst>
                <a:ext uri="{FF2B5EF4-FFF2-40B4-BE49-F238E27FC236}">
                  <a16:creationId xmlns:a16="http://schemas.microsoft.com/office/drawing/2014/main" id="{9CBF0561-B0CC-FA09-A0EB-3CBAE7DE289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0" name="Group 39">
            <a:extLst>
              <a:ext uri="{FF2B5EF4-FFF2-40B4-BE49-F238E27FC236}">
                <a16:creationId xmlns:a16="http://schemas.microsoft.com/office/drawing/2014/main" id="{D73CF680-8459-9A87-6450-DDA03D7F20EE}"/>
              </a:ext>
            </a:extLst>
          </p:cNvPr>
          <p:cNvGrpSpPr/>
          <p:nvPr/>
        </p:nvGrpSpPr>
        <p:grpSpPr>
          <a:xfrm>
            <a:off x="3305556" y="2361367"/>
            <a:ext cx="2674276" cy="144735"/>
            <a:chOff x="380497" y="1888670"/>
            <a:chExt cx="2674276" cy="144735"/>
          </a:xfrm>
        </p:grpSpPr>
        <p:pic>
          <p:nvPicPr>
            <p:cNvPr id="41" name="Graphic 40">
              <a:extLst>
                <a:ext uri="{FF2B5EF4-FFF2-40B4-BE49-F238E27FC236}">
                  <a16:creationId xmlns:a16="http://schemas.microsoft.com/office/drawing/2014/main" id="{F571A8B3-F70F-8744-108B-33E391E3EF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42" name="Straight Connector 41">
              <a:extLst>
                <a:ext uri="{FF2B5EF4-FFF2-40B4-BE49-F238E27FC236}">
                  <a16:creationId xmlns:a16="http://schemas.microsoft.com/office/drawing/2014/main" id="{EBDADDD3-4FFC-D4A8-F16E-19DD157725B6}"/>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3" name="Group 42">
            <a:extLst>
              <a:ext uri="{FF2B5EF4-FFF2-40B4-BE49-F238E27FC236}">
                <a16:creationId xmlns:a16="http://schemas.microsoft.com/office/drawing/2014/main" id="{F0A3BD17-F612-56C5-9AA5-F0420DE9EA9B}"/>
              </a:ext>
            </a:extLst>
          </p:cNvPr>
          <p:cNvGrpSpPr/>
          <p:nvPr/>
        </p:nvGrpSpPr>
        <p:grpSpPr>
          <a:xfrm>
            <a:off x="6235530" y="2361367"/>
            <a:ext cx="2674276" cy="144735"/>
            <a:chOff x="380497" y="1888670"/>
            <a:chExt cx="2674276" cy="144735"/>
          </a:xfrm>
        </p:grpSpPr>
        <p:pic>
          <p:nvPicPr>
            <p:cNvPr id="44" name="Graphic 43">
              <a:extLst>
                <a:ext uri="{FF2B5EF4-FFF2-40B4-BE49-F238E27FC236}">
                  <a16:creationId xmlns:a16="http://schemas.microsoft.com/office/drawing/2014/main" id="{5DEC4604-AEF7-9027-35C4-7002F31EB5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45" name="Straight Connector 44">
              <a:extLst>
                <a:ext uri="{FF2B5EF4-FFF2-40B4-BE49-F238E27FC236}">
                  <a16:creationId xmlns:a16="http://schemas.microsoft.com/office/drawing/2014/main" id="{E18F6E4B-55E7-4D83-455A-7625CF2C67B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6" name="Group 45">
            <a:extLst>
              <a:ext uri="{FF2B5EF4-FFF2-40B4-BE49-F238E27FC236}">
                <a16:creationId xmlns:a16="http://schemas.microsoft.com/office/drawing/2014/main" id="{481DA5ED-05BA-9740-4915-DB21E3C0EAC6}"/>
              </a:ext>
            </a:extLst>
          </p:cNvPr>
          <p:cNvGrpSpPr/>
          <p:nvPr/>
        </p:nvGrpSpPr>
        <p:grpSpPr>
          <a:xfrm>
            <a:off x="9145410" y="2361367"/>
            <a:ext cx="2674276" cy="144735"/>
            <a:chOff x="380497" y="1888670"/>
            <a:chExt cx="2674276" cy="144735"/>
          </a:xfrm>
        </p:grpSpPr>
        <p:pic>
          <p:nvPicPr>
            <p:cNvPr id="47" name="Graphic 46">
              <a:extLst>
                <a:ext uri="{FF2B5EF4-FFF2-40B4-BE49-F238E27FC236}">
                  <a16:creationId xmlns:a16="http://schemas.microsoft.com/office/drawing/2014/main" id="{CC1262D2-368D-1AC4-CD14-6FCA5E12A5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48" name="Straight Connector 47">
              <a:extLst>
                <a:ext uri="{FF2B5EF4-FFF2-40B4-BE49-F238E27FC236}">
                  <a16:creationId xmlns:a16="http://schemas.microsoft.com/office/drawing/2014/main" id="{900462E4-F238-B3E1-B987-66117F440B52}"/>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7" name="Picture 6" descr="A black background with yellow letters&#10;&#10;AI-generated content may be incorrect.">
            <a:extLst>
              <a:ext uri="{FF2B5EF4-FFF2-40B4-BE49-F238E27FC236}">
                <a16:creationId xmlns:a16="http://schemas.microsoft.com/office/drawing/2014/main" id="{E2BAC33C-153E-9D0A-F95A-E20D5995C9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1" name="Straight Connector 10">
            <a:extLst>
              <a:ext uri="{FF2B5EF4-FFF2-40B4-BE49-F238E27FC236}">
                <a16:creationId xmlns:a16="http://schemas.microsoft.com/office/drawing/2014/main" id="{B21DF504-D1F5-122D-7B51-39D34F35CA87}"/>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DD24404-067A-7FD1-9BA7-B437E7E10812}"/>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D91DF6A0-338A-19D8-C291-C9F68E7EC4BC}"/>
              </a:ext>
            </a:extLst>
          </p:cNvPr>
          <p:cNvGrpSpPr/>
          <p:nvPr userDrawn="1"/>
        </p:nvGrpSpPr>
        <p:grpSpPr>
          <a:xfrm>
            <a:off x="380497" y="2361367"/>
            <a:ext cx="2674276" cy="144735"/>
            <a:chOff x="380497" y="1888670"/>
            <a:chExt cx="2674276" cy="144735"/>
          </a:xfrm>
        </p:grpSpPr>
        <p:pic>
          <p:nvPicPr>
            <p:cNvPr id="14" name="Graphic 13">
              <a:extLst>
                <a:ext uri="{FF2B5EF4-FFF2-40B4-BE49-F238E27FC236}">
                  <a16:creationId xmlns:a16="http://schemas.microsoft.com/office/drawing/2014/main" id="{94436816-1D72-8580-3A05-B7C1BE7FC8D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4E96811C-32FA-1375-2A60-485DDB6EA4D9}"/>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6" name="Group 15">
            <a:extLst>
              <a:ext uri="{FF2B5EF4-FFF2-40B4-BE49-F238E27FC236}">
                <a16:creationId xmlns:a16="http://schemas.microsoft.com/office/drawing/2014/main" id="{3EA53C1F-39AF-4471-E009-4106D0572491}"/>
              </a:ext>
            </a:extLst>
          </p:cNvPr>
          <p:cNvGrpSpPr/>
          <p:nvPr userDrawn="1"/>
        </p:nvGrpSpPr>
        <p:grpSpPr>
          <a:xfrm>
            <a:off x="3305556" y="2361367"/>
            <a:ext cx="2674276" cy="144735"/>
            <a:chOff x="380497" y="1888670"/>
            <a:chExt cx="2674276" cy="144735"/>
          </a:xfrm>
        </p:grpSpPr>
        <p:pic>
          <p:nvPicPr>
            <p:cNvPr id="17" name="Graphic 16">
              <a:extLst>
                <a:ext uri="{FF2B5EF4-FFF2-40B4-BE49-F238E27FC236}">
                  <a16:creationId xmlns:a16="http://schemas.microsoft.com/office/drawing/2014/main" id="{F7CB843F-B3B2-3207-F688-99483B95760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D91DFC23-B2C1-6D46-8770-61938C9EF5BB}"/>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2" name="Group 21">
            <a:extLst>
              <a:ext uri="{FF2B5EF4-FFF2-40B4-BE49-F238E27FC236}">
                <a16:creationId xmlns:a16="http://schemas.microsoft.com/office/drawing/2014/main" id="{11A29DAE-694B-1DF4-D5D1-A28B71BC258D}"/>
              </a:ext>
            </a:extLst>
          </p:cNvPr>
          <p:cNvGrpSpPr/>
          <p:nvPr userDrawn="1"/>
        </p:nvGrpSpPr>
        <p:grpSpPr>
          <a:xfrm>
            <a:off x="6235530" y="2361367"/>
            <a:ext cx="2674276" cy="144735"/>
            <a:chOff x="380497" y="1888670"/>
            <a:chExt cx="2674276" cy="144735"/>
          </a:xfrm>
        </p:grpSpPr>
        <p:pic>
          <p:nvPicPr>
            <p:cNvPr id="23" name="Graphic 22">
              <a:extLst>
                <a:ext uri="{FF2B5EF4-FFF2-40B4-BE49-F238E27FC236}">
                  <a16:creationId xmlns:a16="http://schemas.microsoft.com/office/drawing/2014/main" id="{83390E41-0E93-E6A2-E17C-EFC1E73C8F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24" name="Straight Connector 23">
              <a:extLst>
                <a:ext uri="{FF2B5EF4-FFF2-40B4-BE49-F238E27FC236}">
                  <a16:creationId xmlns:a16="http://schemas.microsoft.com/office/drawing/2014/main" id="{D37848B6-8CD9-3740-D1AA-E6744D380BED}"/>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5" name="Group 24">
            <a:extLst>
              <a:ext uri="{FF2B5EF4-FFF2-40B4-BE49-F238E27FC236}">
                <a16:creationId xmlns:a16="http://schemas.microsoft.com/office/drawing/2014/main" id="{D804E005-8A2B-EFA1-854F-749837D4E74E}"/>
              </a:ext>
            </a:extLst>
          </p:cNvPr>
          <p:cNvGrpSpPr/>
          <p:nvPr userDrawn="1"/>
        </p:nvGrpSpPr>
        <p:grpSpPr>
          <a:xfrm>
            <a:off x="9145410" y="2361367"/>
            <a:ext cx="2674276" cy="144735"/>
            <a:chOff x="380497" y="1888670"/>
            <a:chExt cx="2674276" cy="144735"/>
          </a:xfrm>
        </p:grpSpPr>
        <p:pic>
          <p:nvPicPr>
            <p:cNvPr id="26" name="Graphic 25">
              <a:extLst>
                <a:ext uri="{FF2B5EF4-FFF2-40B4-BE49-F238E27FC236}">
                  <a16:creationId xmlns:a16="http://schemas.microsoft.com/office/drawing/2014/main" id="{B773C2D2-133F-9989-74A6-100FF892A00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D971F9DC-6160-43C6-4365-2682647A0C1D}"/>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254066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1"/>
            <a:ext cx="5587658" cy="13346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B444D3B-7904-9557-A9BD-B293FEBC1313}"/>
              </a:ext>
            </a:extLst>
          </p:cNvPr>
          <p:cNvSpPr>
            <a:spLocks noGrp="1"/>
          </p:cNvSpPr>
          <p:nvPr>
            <p:ph sz="half" idx="1"/>
          </p:nvPr>
        </p:nvSpPr>
        <p:spPr>
          <a:xfrm>
            <a:off x="380497" y="2188029"/>
            <a:ext cx="5571267" cy="3988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1888670"/>
            <a:ext cx="5587658" cy="144735"/>
            <a:chOff x="380497" y="1888670"/>
            <a:chExt cx="5587658"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Picture Placeholder 14">
            <a:extLst>
              <a:ext uri="{FF2B5EF4-FFF2-40B4-BE49-F238E27FC236}">
                <a16:creationId xmlns:a16="http://schemas.microsoft.com/office/drawing/2014/main" id="{5484F3C6-9EE2-B03E-D3EB-2081F2A9E147}"/>
              </a:ext>
            </a:extLst>
          </p:cNvPr>
          <p:cNvSpPr>
            <a:spLocks noGrp="1"/>
          </p:cNvSpPr>
          <p:nvPr>
            <p:ph type="pic" sz="quarter" idx="13"/>
          </p:nvPr>
        </p:nvSpPr>
        <p:spPr>
          <a:xfrm>
            <a:off x="6229350" y="381388"/>
            <a:ext cx="5578475" cy="6087448"/>
          </a:xfrm>
          <a:custGeom>
            <a:avLst/>
            <a:gdLst>
              <a:gd name="connsiteX0" fmla="*/ 0 w 5578475"/>
              <a:gd name="connsiteY0" fmla="*/ 0 h 6087448"/>
              <a:gd name="connsiteX1" fmla="*/ 4985931 w 5578475"/>
              <a:gd name="connsiteY1" fmla="*/ 0 h 6087448"/>
              <a:gd name="connsiteX2" fmla="*/ 5578475 w 5578475"/>
              <a:gd name="connsiteY2" fmla="*/ 296272 h 6087448"/>
              <a:gd name="connsiteX3" fmla="*/ 5578475 w 5578475"/>
              <a:gd name="connsiteY3" fmla="*/ 6087448 h 6087448"/>
              <a:gd name="connsiteX4" fmla="*/ 0 w 5578475"/>
              <a:gd name="connsiteY4" fmla="*/ 6087448 h 608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475" h="6087448">
                <a:moveTo>
                  <a:pt x="0" y="0"/>
                </a:moveTo>
                <a:lnTo>
                  <a:pt x="4985931" y="0"/>
                </a:lnTo>
                <a:lnTo>
                  <a:pt x="5578475" y="296272"/>
                </a:lnTo>
                <a:lnTo>
                  <a:pt x="5578475" y="6087448"/>
                </a:lnTo>
                <a:lnTo>
                  <a:pt x="0" y="6087448"/>
                </a:lnTo>
                <a:close/>
              </a:path>
            </a:pathLst>
          </a:custGeom>
          <a:ln>
            <a:noFill/>
          </a:ln>
        </p:spPr>
        <p:txBody>
          <a:bodyPr wrap="square">
            <a:noAutofit/>
          </a:bodyPr>
          <a:lstStyle/>
          <a:p>
            <a:r>
              <a:rPr lang="en-US"/>
              <a:t>Click icon to add picture</a:t>
            </a:r>
          </a:p>
        </p:txBody>
      </p:sp>
      <p:grpSp>
        <p:nvGrpSpPr>
          <p:cNvPr id="4" name="Group 3">
            <a:extLst>
              <a:ext uri="{FF2B5EF4-FFF2-40B4-BE49-F238E27FC236}">
                <a16:creationId xmlns:a16="http://schemas.microsoft.com/office/drawing/2014/main" id="{721334D4-F8B2-6AA2-9ED0-E21188D62EAB}"/>
              </a:ext>
            </a:extLst>
          </p:cNvPr>
          <p:cNvGrpSpPr/>
          <p:nvPr userDrawn="1"/>
        </p:nvGrpSpPr>
        <p:grpSpPr>
          <a:xfrm>
            <a:off x="380497" y="1888670"/>
            <a:ext cx="5587658" cy="144735"/>
            <a:chOff x="380497" y="1888670"/>
            <a:chExt cx="5587658" cy="144735"/>
          </a:xfrm>
        </p:grpSpPr>
        <p:pic>
          <p:nvPicPr>
            <p:cNvPr id="5" name="Graphic 4">
              <a:extLst>
                <a:ext uri="{FF2B5EF4-FFF2-40B4-BE49-F238E27FC236}">
                  <a16:creationId xmlns:a16="http://schemas.microsoft.com/office/drawing/2014/main" id="{CBE011BA-1D01-C790-998A-F58B6E0F3E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8" name="Straight Connector 7">
              <a:extLst>
                <a:ext uri="{FF2B5EF4-FFF2-40B4-BE49-F238E27FC236}">
                  <a16:creationId xmlns:a16="http://schemas.microsoft.com/office/drawing/2014/main" id="{4E28F25F-E799-2877-40C5-2EDE7520B732}"/>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9" name="Picture 8" descr="A black background with yellow letters&#10;&#10;AI-generated content may be incorrect.">
            <a:extLst>
              <a:ext uri="{FF2B5EF4-FFF2-40B4-BE49-F238E27FC236}">
                <a16:creationId xmlns:a16="http://schemas.microsoft.com/office/drawing/2014/main" id="{614C92F6-C51E-6354-78A7-D123103DDC6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3" name="Straight Connector 12">
            <a:extLst>
              <a:ext uri="{FF2B5EF4-FFF2-40B4-BE49-F238E27FC236}">
                <a16:creationId xmlns:a16="http://schemas.microsoft.com/office/drawing/2014/main" id="{B8D3A68F-78C7-29E7-55E7-417D6B629222}"/>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3BBA462-FBD7-7F0B-A696-4D63A3D6028D}"/>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719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7"/>
            <a:ext cx="5578475" cy="1341901"/>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5D3B3E-22D5-68B6-12DD-46864A2BCBAA}"/>
              </a:ext>
            </a:extLst>
          </p:cNvPr>
          <p:cNvSpPr>
            <a:spLocks noGrp="1"/>
          </p:cNvSpPr>
          <p:nvPr>
            <p:ph type="body" idx="1"/>
          </p:nvPr>
        </p:nvSpPr>
        <p:spPr>
          <a:xfrm>
            <a:off x="381000"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AB61A-BE2A-5884-617D-6053A88B4630}"/>
              </a:ext>
            </a:extLst>
          </p:cNvPr>
          <p:cNvSpPr>
            <a:spLocks noGrp="1"/>
          </p:cNvSpPr>
          <p:nvPr>
            <p:ph sz="half" idx="2"/>
          </p:nvPr>
        </p:nvSpPr>
        <p:spPr>
          <a:xfrm>
            <a:off x="381000" y="2654105"/>
            <a:ext cx="5568696"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3" name="Group 12">
            <a:extLst>
              <a:ext uri="{FF2B5EF4-FFF2-40B4-BE49-F238E27FC236}">
                <a16:creationId xmlns:a16="http://schemas.microsoft.com/office/drawing/2014/main" id="{E68295AB-E386-031F-236F-768F7F6965A1}"/>
              </a:ext>
            </a:extLst>
          </p:cNvPr>
          <p:cNvGrpSpPr/>
          <p:nvPr/>
        </p:nvGrpSpPr>
        <p:grpSpPr>
          <a:xfrm>
            <a:off x="380497" y="2361367"/>
            <a:ext cx="5587658" cy="144735"/>
            <a:chOff x="380497" y="1888670"/>
            <a:chExt cx="5587658" cy="144735"/>
          </a:xfrm>
        </p:grpSpPr>
        <p:pic>
          <p:nvPicPr>
            <p:cNvPr id="14" name="Graphic 13">
              <a:extLst>
                <a:ext uri="{FF2B5EF4-FFF2-40B4-BE49-F238E27FC236}">
                  <a16:creationId xmlns:a16="http://schemas.microsoft.com/office/drawing/2014/main" id="{8BF78718-38FB-D6D8-736A-3975DBEDC7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32292A5F-91E9-3CE7-BC15-CFDBD32F8762}"/>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2A6C22A2-CF90-ADA3-59DA-B8FF475B987D}"/>
              </a:ext>
            </a:extLst>
          </p:cNvPr>
          <p:cNvSpPr>
            <a:spLocks noGrp="1"/>
          </p:cNvSpPr>
          <p:nvPr>
            <p:ph type="pic" sz="quarter" idx="14"/>
          </p:nvPr>
        </p:nvSpPr>
        <p:spPr>
          <a:xfrm>
            <a:off x="6229350" y="381388"/>
            <a:ext cx="5578475" cy="6087448"/>
          </a:xfrm>
          <a:custGeom>
            <a:avLst/>
            <a:gdLst>
              <a:gd name="connsiteX0" fmla="*/ 0 w 5578475"/>
              <a:gd name="connsiteY0" fmla="*/ 0 h 6087448"/>
              <a:gd name="connsiteX1" fmla="*/ 4985931 w 5578475"/>
              <a:gd name="connsiteY1" fmla="*/ 0 h 6087448"/>
              <a:gd name="connsiteX2" fmla="*/ 5578475 w 5578475"/>
              <a:gd name="connsiteY2" fmla="*/ 296272 h 6087448"/>
              <a:gd name="connsiteX3" fmla="*/ 5578475 w 5578475"/>
              <a:gd name="connsiteY3" fmla="*/ 6087448 h 6087448"/>
              <a:gd name="connsiteX4" fmla="*/ 0 w 5578475"/>
              <a:gd name="connsiteY4" fmla="*/ 6087448 h 608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475" h="6087448">
                <a:moveTo>
                  <a:pt x="0" y="0"/>
                </a:moveTo>
                <a:lnTo>
                  <a:pt x="4985931" y="0"/>
                </a:lnTo>
                <a:lnTo>
                  <a:pt x="5578475" y="296272"/>
                </a:lnTo>
                <a:lnTo>
                  <a:pt x="5578475" y="6087448"/>
                </a:lnTo>
                <a:lnTo>
                  <a:pt x="0" y="6087448"/>
                </a:lnTo>
                <a:close/>
              </a:path>
            </a:pathLst>
          </a:custGeom>
          <a:ln>
            <a:noFill/>
          </a:ln>
        </p:spPr>
        <p:txBody>
          <a:bodyPr wrap="square">
            <a:noAutofit/>
          </a:bodyPr>
          <a:lstStyle/>
          <a:p>
            <a:r>
              <a:rPr lang="en-US"/>
              <a:t>Click icon to add picture</a:t>
            </a:r>
          </a:p>
        </p:txBody>
      </p:sp>
      <p:grpSp>
        <p:nvGrpSpPr>
          <p:cNvPr id="6" name="Group 5">
            <a:extLst>
              <a:ext uri="{FF2B5EF4-FFF2-40B4-BE49-F238E27FC236}">
                <a16:creationId xmlns:a16="http://schemas.microsoft.com/office/drawing/2014/main" id="{31F144B8-C201-C992-D8E2-B1727E0BB460}"/>
              </a:ext>
            </a:extLst>
          </p:cNvPr>
          <p:cNvGrpSpPr/>
          <p:nvPr userDrawn="1"/>
        </p:nvGrpSpPr>
        <p:grpSpPr>
          <a:xfrm>
            <a:off x="380497" y="2361367"/>
            <a:ext cx="5587658" cy="144735"/>
            <a:chOff x="380497" y="1888670"/>
            <a:chExt cx="5587658" cy="144735"/>
          </a:xfrm>
        </p:grpSpPr>
        <p:pic>
          <p:nvPicPr>
            <p:cNvPr id="7" name="Graphic 6">
              <a:extLst>
                <a:ext uri="{FF2B5EF4-FFF2-40B4-BE49-F238E27FC236}">
                  <a16:creationId xmlns:a16="http://schemas.microsoft.com/office/drawing/2014/main" id="{55260E33-C63D-5605-5EAB-DA250AD8714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0" name="Straight Connector 9">
              <a:extLst>
                <a:ext uri="{FF2B5EF4-FFF2-40B4-BE49-F238E27FC236}">
                  <a16:creationId xmlns:a16="http://schemas.microsoft.com/office/drawing/2014/main" id="{B49EA30A-C026-089E-234C-7D197843C913}"/>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1" name="Picture 10" descr="A black background with yellow letters&#10;&#10;AI-generated content may be incorrect.">
            <a:extLst>
              <a:ext uri="{FF2B5EF4-FFF2-40B4-BE49-F238E27FC236}">
                <a16:creationId xmlns:a16="http://schemas.microsoft.com/office/drawing/2014/main" id="{CDDA1878-3F42-DB54-EEEB-2CBAA5EEAE1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2" name="Straight Connector 11">
            <a:extLst>
              <a:ext uri="{FF2B5EF4-FFF2-40B4-BE49-F238E27FC236}">
                <a16:creationId xmlns:a16="http://schemas.microsoft.com/office/drawing/2014/main" id="{3A672355-5AEC-B42F-DB3E-17775432EFC4}"/>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6F872A4-1F40-5DAD-AA91-F99F1208FC75}"/>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4342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wo Content+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23" name="Text Placeholder 8">
            <a:extLst>
              <a:ext uri="{FF2B5EF4-FFF2-40B4-BE49-F238E27FC236}">
                <a16:creationId xmlns:a16="http://schemas.microsoft.com/office/drawing/2014/main" id="{4495A835-E3BB-3BD3-B334-19374953DBBA}"/>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1">
            <a:extLst>
              <a:ext uri="{FF2B5EF4-FFF2-40B4-BE49-F238E27FC236}">
                <a16:creationId xmlns:a16="http://schemas.microsoft.com/office/drawing/2014/main" id="{BB444D3B-7904-9557-A9BD-B293FEBC1313}"/>
              </a:ext>
            </a:extLst>
          </p:cNvPr>
          <p:cNvSpPr>
            <a:spLocks noGrp="1"/>
          </p:cNvSpPr>
          <p:nvPr>
            <p:ph sz="half" idx="1"/>
          </p:nvPr>
        </p:nvSpPr>
        <p:spPr>
          <a:xfrm>
            <a:off x="380497" y="4503501"/>
            <a:ext cx="5571267"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
            <a:extLst>
              <a:ext uri="{FF2B5EF4-FFF2-40B4-BE49-F238E27FC236}">
                <a16:creationId xmlns:a16="http://schemas.microsoft.com/office/drawing/2014/main" id="{332F90AC-E09F-39D7-CEE7-2A10C5FB0766}"/>
              </a:ext>
            </a:extLst>
          </p:cNvPr>
          <p:cNvSpPr>
            <a:spLocks noGrp="1"/>
          </p:cNvSpPr>
          <p:nvPr>
            <p:ph sz="half" idx="15"/>
          </p:nvPr>
        </p:nvSpPr>
        <p:spPr>
          <a:xfrm>
            <a:off x="6236208" y="4503501"/>
            <a:ext cx="5571267"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4213436"/>
            <a:ext cx="5587658" cy="144735"/>
            <a:chOff x="380497" y="1888670"/>
            <a:chExt cx="5587658"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E4B08910-733A-A6EC-5402-3B9C8B2CC469}"/>
              </a:ext>
            </a:extLst>
          </p:cNvPr>
          <p:cNvGrpSpPr/>
          <p:nvPr/>
        </p:nvGrpSpPr>
        <p:grpSpPr>
          <a:xfrm>
            <a:off x="6220113" y="4213436"/>
            <a:ext cx="5587658" cy="144735"/>
            <a:chOff x="380497" y="1888670"/>
            <a:chExt cx="5587658" cy="144735"/>
          </a:xfrm>
        </p:grpSpPr>
        <p:pic>
          <p:nvPicPr>
            <p:cNvPr id="18" name="Graphic 17">
              <a:extLst>
                <a:ext uri="{FF2B5EF4-FFF2-40B4-BE49-F238E27FC236}">
                  <a16:creationId xmlns:a16="http://schemas.microsoft.com/office/drawing/2014/main" id="{74AE458B-5904-1A90-FE64-3CD4D852FF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9" name="Straight Connector 18">
              <a:extLst>
                <a:ext uri="{FF2B5EF4-FFF2-40B4-BE49-F238E27FC236}">
                  <a16:creationId xmlns:a16="http://schemas.microsoft.com/office/drawing/2014/main" id="{452413AA-1ABF-0A87-96EB-CCC979223B68}"/>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Picture Placeholder 12">
            <a:extLst>
              <a:ext uri="{FF2B5EF4-FFF2-40B4-BE49-F238E27FC236}">
                <a16:creationId xmlns:a16="http://schemas.microsoft.com/office/drawing/2014/main" id="{EA4CEC01-9D43-A88D-C666-55AB9438E901}"/>
              </a:ext>
            </a:extLst>
          </p:cNvPr>
          <p:cNvSpPr>
            <a:spLocks noGrp="1"/>
          </p:cNvSpPr>
          <p:nvPr>
            <p:ph type="pic" sz="quarter" idx="16"/>
          </p:nvPr>
        </p:nvSpPr>
        <p:spPr>
          <a:xfrm>
            <a:off x="6236208" y="1905001"/>
            <a:ext cx="5587658" cy="2119562"/>
          </a:xfrm>
          <a:custGeom>
            <a:avLst/>
            <a:gdLst>
              <a:gd name="connsiteX0" fmla="*/ 0 w 5587658"/>
              <a:gd name="connsiteY0" fmla="*/ 0 h 2119562"/>
              <a:gd name="connsiteX1" fmla="*/ 5143945 w 5587658"/>
              <a:gd name="connsiteY1" fmla="*/ 0 h 2119562"/>
              <a:gd name="connsiteX2" fmla="*/ 5587658 w 5587658"/>
              <a:gd name="connsiteY2" fmla="*/ 221857 h 2119562"/>
              <a:gd name="connsiteX3" fmla="*/ 5587658 w 5587658"/>
              <a:gd name="connsiteY3" fmla="*/ 2119562 h 2119562"/>
              <a:gd name="connsiteX4" fmla="*/ 0 w 5587658"/>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7658" h="2119562">
                <a:moveTo>
                  <a:pt x="0" y="0"/>
                </a:moveTo>
                <a:lnTo>
                  <a:pt x="5143945" y="0"/>
                </a:lnTo>
                <a:lnTo>
                  <a:pt x="5587658" y="221857"/>
                </a:lnTo>
                <a:lnTo>
                  <a:pt x="5587658" y="2119562"/>
                </a:lnTo>
                <a:lnTo>
                  <a:pt x="0" y="2119562"/>
                </a:lnTo>
                <a:close/>
              </a:path>
            </a:pathLst>
          </a:custGeom>
        </p:spPr>
        <p:txBody>
          <a:bodyPr wrap="square">
            <a:noAutofit/>
          </a:bodyPr>
          <a:lstStyle/>
          <a:p>
            <a:r>
              <a:rPr lang="en-US"/>
              <a:t>Click icon to add picture</a:t>
            </a:r>
          </a:p>
        </p:txBody>
      </p:sp>
      <p:sp>
        <p:nvSpPr>
          <p:cNvPr id="14" name="Picture Placeholder 13">
            <a:extLst>
              <a:ext uri="{FF2B5EF4-FFF2-40B4-BE49-F238E27FC236}">
                <a16:creationId xmlns:a16="http://schemas.microsoft.com/office/drawing/2014/main" id="{2D6CCA8D-C555-072B-80AD-C30622CC8C0D}"/>
              </a:ext>
            </a:extLst>
          </p:cNvPr>
          <p:cNvSpPr>
            <a:spLocks noGrp="1"/>
          </p:cNvSpPr>
          <p:nvPr>
            <p:ph type="pic" sz="quarter" idx="14"/>
          </p:nvPr>
        </p:nvSpPr>
        <p:spPr>
          <a:xfrm>
            <a:off x="380497" y="1905001"/>
            <a:ext cx="5587658" cy="2119562"/>
          </a:xfrm>
          <a:custGeom>
            <a:avLst/>
            <a:gdLst>
              <a:gd name="connsiteX0" fmla="*/ 0 w 5587658"/>
              <a:gd name="connsiteY0" fmla="*/ 0 h 2119562"/>
              <a:gd name="connsiteX1" fmla="*/ 5133869 w 5587658"/>
              <a:gd name="connsiteY1" fmla="*/ 0 h 2119562"/>
              <a:gd name="connsiteX2" fmla="*/ 5587658 w 5587658"/>
              <a:gd name="connsiteY2" fmla="*/ 226895 h 2119562"/>
              <a:gd name="connsiteX3" fmla="*/ 5587658 w 5587658"/>
              <a:gd name="connsiteY3" fmla="*/ 2119562 h 2119562"/>
              <a:gd name="connsiteX4" fmla="*/ 0 w 5587658"/>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7658" h="2119562">
                <a:moveTo>
                  <a:pt x="0" y="0"/>
                </a:moveTo>
                <a:lnTo>
                  <a:pt x="5133869" y="0"/>
                </a:lnTo>
                <a:lnTo>
                  <a:pt x="5587658" y="226895"/>
                </a:lnTo>
                <a:lnTo>
                  <a:pt x="5587658" y="2119562"/>
                </a:lnTo>
                <a:lnTo>
                  <a:pt x="0" y="2119562"/>
                </a:lnTo>
                <a:close/>
              </a:path>
            </a:pathLst>
          </a:custGeom>
        </p:spPr>
        <p:txBody>
          <a:bodyPr wrap="square">
            <a:noAutofit/>
          </a:bodyPr>
          <a:lstStyle/>
          <a:p>
            <a:r>
              <a:rPr lang="en-US"/>
              <a:t>Click icon to add picture</a:t>
            </a:r>
          </a:p>
        </p:txBody>
      </p:sp>
      <p:grpSp>
        <p:nvGrpSpPr>
          <p:cNvPr id="4" name="Group 3">
            <a:extLst>
              <a:ext uri="{FF2B5EF4-FFF2-40B4-BE49-F238E27FC236}">
                <a16:creationId xmlns:a16="http://schemas.microsoft.com/office/drawing/2014/main" id="{28E00178-44B1-9D0E-C2A1-B14B0BFA71D1}"/>
              </a:ext>
            </a:extLst>
          </p:cNvPr>
          <p:cNvGrpSpPr/>
          <p:nvPr userDrawn="1"/>
        </p:nvGrpSpPr>
        <p:grpSpPr>
          <a:xfrm>
            <a:off x="380497" y="4213436"/>
            <a:ext cx="5587658" cy="144735"/>
            <a:chOff x="380497" y="1888670"/>
            <a:chExt cx="5587658" cy="144735"/>
          </a:xfrm>
        </p:grpSpPr>
        <p:pic>
          <p:nvPicPr>
            <p:cNvPr id="5" name="Graphic 4">
              <a:extLst>
                <a:ext uri="{FF2B5EF4-FFF2-40B4-BE49-F238E27FC236}">
                  <a16:creationId xmlns:a16="http://schemas.microsoft.com/office/drawing/2014/main" id="{84BE302C-17F0-C6DF-A0C4-3BBE52F400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8" name="Straight Connector 7">
              <a:extLst>
                <a:ext uri="{FF2B5EF4-FFF2-40B4-BE49-F238E27FC236}">
                  <a16:creationId xmlns:a16="http://schemas.microsoft.com/office/drawing/2014/main" id="{8705D191-4558-D9C3-0E92-C71E7DD43361}"/>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4E28E93D-40CE-6AAC-B8D6-D27CEFBE1E7D}"/>
              </a:ext>
            </a:extLst>
          </p:cNvPr>
          <p:cNvGrpSpPr/>
          <p:nvPr userDrawn="1"/>
        </p:nvGrpSpPr>
        <p:grpSpPr>
          <a:xfrm>
            <a:off x="6220113" y="4213436"/>
            <a:ext cx="5587658" cy="144735"/>
            <a:chOff x="380497" y="1888670"/>
            <a:chExt cx="5587658" cy="144735"/>
          </a:xfrm>
        </p:grpSpPr>
        <p:pic>
          <p:nvPicPr>
            <p:cNvPr id="15" name="Graphic 14">
              <a:extLst>
                <a:ext uri="{FF2B5EF4-FFF2-40B4-BE49-F238E27FC236}">
                  <a16:creationId xmlns:a16="http://schemas.microsoft.com/office/drawing/2014/main" id="{6A7C3DE5-86FF-DA97-B638-7680FC08BE3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066F4785-AC42-6711-8340-92E7E782C9E1}"/>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4" name="Picture 23" descr="A black background with yellow letters&#10;&#10;AI-generated content may be incorrect.">
            <a:extLst>
              <a:ext uri="{FF2B5EF4-FFF2-40B4-BE49-F238E27FC236}">
                <a16:creationId xmlns:a16="http://schemas.microsoft.com/office/drawing/2014/main" id="{3926106F-DBF6-E67C-A72E-26360E6D3C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6" name="Straight Connector 25">
            <a:extLst>
              <a:ext uri="{FF2B5EF4-FFF2-40B4-BE49-F238E27FC236}">
                <a16:creationId xmlns:a16="http://schemas.microsoft.com/office/drawing/2014/main" id="{43B8A07B-8D1C-7BF1-064F-151CADA4FF56}"/>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C074DFF-B72C-7F54-0691-42E17F0812B6}"/>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174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ree Content+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26" name="Text Placeholder 8">
            <a:extLst>
              <a:ext uri="{FF2B5EF4-FFF2-40B4-BE49-F238E27FC236}">
                <a16:creationId xmlns:a16="http://schemas.microsoft.com/office/drawing/2014/main" id="{AE2E86BB-A253-DAED-5C1F-2F23AF9E2750}"/>
              </a:ext>
            </a:extLst>
          </p:cNvPr>
          <p:cNvSpPr>
            <a:spLocks noGrp="1"/>
          </p:cNvSpPr>
          <p:nvPr>
            <p:ph type="body" sz="quarter" idx="14"/>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13" name="Content Placeholder 1">
            <a:extLst>
              <a:ext uri="{FF2B5EF4-FFF2-40B4-BE49-F238E27FC236}">
                <a16:creationId xmlns:a16="http://schemas.microsoft.com/office/drawing/2014/main" id="{621CEAD3-1224-F371-D820-D74A5D847D96}"/>
              </a:ext>
            </a:extLst>
          </p:cNvPr>
          <p:cNvSpPr>
            <a:spLocks noGrp="1"/>
          </p:cNvSpPr>
          <p:nvPr>
            <p:ph sz="half" idx="15"/>
          </p:nvPr>
        </p:nvSpPr>
        <p:spPr>
          <a:xfrm>
            <a:off x="380497" y="4503501"/>
            <a:ext cx="3630168"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6D21E1BD-01C7-D533-8FA4-3354F33047AD}"/>
              </a:ext>
            </a:extLst>
          </p:cNvPr>
          <p:cNvSpPr>
            <a:spLocks noGrp="1"/>
          </p:cNvSpPr>
          <p:nvPr>
            <p:ph sz="half" idx="17"/>
          </p:nvPr>
        </p:nvSpPr>
        <p:spPr>
          <a:xfrm>
            <a:off x="4279392" y="4503501"/>
            <a:ext cx="3630168"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
            <a:extLst>
              <a:ext uri="{FF2B5EF4-FFF2-40B4-BE49-F238E27FC236}">
                <a16:creationId xmlns:a16="http://schemas.microsoft.com/office/drawing/2014/main" id="{DFF30149-77E4-42A3-E056-ECFE25B05153}"/>
              </a:ext>
            </a:extLst>
          </p:cNvPr>
          <p:cNvSpPr>
            <a:spLocks noGrp="1"/>
          </p:cNvSpPr>
          <p:nvPr>
            <p:ph sz="half" idx="19"/>
          </p:nvPr>
        </p:nvSpPr>
        <p:spPr>
          <a:xfrm>
            <a:off x="8174736" y="4503501"/>
            <a:ext cx="3630168"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4213436"/>
            <a:ext cx="3654867" cy="144735"/>
            <a:chOff x="380497" y="1888670"/>
            <a:chExt cx="3654867"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AACE09BF-0390-B5DF-26BE-17225E405559}"/>
              </a:ext>
            </a:extLst>
          </p:cNvPr>
          <p:cNvGrpSpPr/>
          <p:nvPr/>
        </p:nvGrpSpPr>
        <p:grpSpPr>
          <a:xfrm>
            <a:off x="4279827" y="4213436"/>
            <a:ext cx="3654867" cy="144735"/>
            <a:chOff x="380497" y="1888670"/>
            <a:chExt cx="3654867" cy="144735"/>
          </a:xfrm>
        </p:grpSpPr>
        <p:pic>
          <p:nvPicPr>
            <p:cNvPr id="15" name="Graphic 14">
              <a:extLst>
                <a:ext uri="{FF2B5EF4-FFF2-40B4-BE49-F238E27FC236}">
                  <a16:creationId xmlns:a16="http://schemas.microsoft.com/office/drawing/2014/main" id="{9CAFA37F-6661-8928-448B-4FEA64F07A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BD63CBAA-6F2E-130B-6E07-605C4699F176}"/>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3" name="Group 22">
            <a:extLst>
              <a:ext uri="{FF2B5EF4-FFF2-40B4-BE49-F238E27FC236}">
                <a16:creationId xmlns:a16="http://schemas.microsoft.com/office/drawing/2014/main" id="{1D15A6E9-EE93-0C89-172F-1204B40364C3}"/>
              </a:ext>
            </a:extLst>
          </p:cNvPr>
          <p:cNvGrpSpPr/>
          <p:nvPr/>
        </p:nvGrpSpPr>
        <p:grpSpPr>
          <a:xfrm>
            <a:off x="8177603" y="4213436"/>
            <a:ext cx="3654867" cy="144735"/>
            <a:chOff x="380497" y="1888670"/>
            <a:chExt cx="3654867" cy="144735"/>
          </a:xfrm>
        </p:grpSpPr>
        <p:pic>
          <p:nvPicPr>
            <p:cNvPr id="24" name="Graphic 23">
              <a:extLst>
                <a:ext uri="{FF2B5EF4-FFF2-40B4-BE49-F238E27FC236}">
                  <a16:creationId xmlns:a16="http://schemas.microsoft.com/office/drawing/2014/main" id="{7EEE6408-09D1-A8F6-1F25-708FC6BD95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CD7928AC-B040-05DA-27DE-99154C21996C}"/>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9" name="Picture Placeholder 8">
            <a:extLst>
              <a:ext uri="{FF2B5EF4-FFF2-40B4-BE49-F238E27FC236}">
                <a16:creationId xmlns:a16="http://schemas.microsoft.com/office/drawing/2014/main" id="{B8BD6315-BF66-AD46-AFCF-CE97F4ED60DD}"/>
              </a:ext>
            </a:extLst>
          </p:cNvPr>
          <p:cNvSpPr>
            <a:spLocks noGrp="1"/>
          </p:cNvSpPr>
          <p:nvPr>
            <p:ph type="pic" sz="quarter" idx="20"/>
          </p:nvPr>
        </p:nvSpPr>
        <p:spPr>
          <a:xfrm>
            <a:off x="8174736" y="1905001"/>
            <a:ext cx="3630168" cy="2119562"/>
          </a:xfrm>
          <a:custGeom>
            <a:avLst/>
            <a:gdLst>
              <a:gd name="connsiteX0" fmla="*/ 0 w 3630168"/>
              <a:gd name="connsiteY0" fmla="*/ 0 h 2119562"/>
              <a:gd name="connsiteX1" fmla="*/ 3193305 w 3630168"/>
              <a:gd name="connsiteY1" fmla="*/ 0 h 2119562"/>
              <a:gd name="connsiteX2" fmla="*/ 3630168 w 3630168"/>
              <a:gd name="connsiteY2" fmla="*/ 218432 h 2119562"/>
              <a:gd name="connsiteX3" fmla="*/ 3630168 w 3630168"/>
              <a:gd name="connsiteY3" fmla="*/ 2119562 h 2119562"/>
              <a:gd name="connsiteX4" fmla="*/ 0 w 3630168"/>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2119562">
                <a:moveTo>
                  <a:pt x="0" y="0"/>
                </a:moveTo>
                <a:lnTo>
                  <a:pt x="3193305" y="0"/>
                </a:lnTo>
                <a:lnTo>
                  <a:pt x="3630168" y="218432"/>
                </a:lnTo>
                <a:lnTo>
                  <a:pt x="3630168" y="2119562"/>
                </a:lnTo>
                <a:lnTo>
                  <a:pt x="0" y="2119562"/>
                </a:lnTo>
                <a:close/>
              </a:path>
            </a:pathLst>
          </a:custGeom>
        </p:spPr>
        <p:txBody>
          <a:bodyPr wrap="square">
            <a:noAutofit/>
          </a:bodyPr>
          <a:lstStyle/>
          <a:p>
            <a:r>
              <a:rPr lang="en-US"/>
              <a:t>Click icon to add picture</a:t>
            </a:r>
          </a:p>
        </p:txBody>
      </p:sp>
      <p:sp>
        <p:nvSpPr>
          <p:cNvPr id="17" name="Picture Placeholder 16">
            <a:extLst>
              <a:ext uri="{FF2B5EF4-FFF2-40B4-BE49-F238E27FC236}">
                <a16:creationId xmlns:a16="http://schemas.microsoft.com/office/drawing/2014/main" id="{20810140-B72D-E8CD-6507-696EB0FD8074}"/>
              </a:ext>
            </a:extLst>
          </p:cNvPr>
          <p:cNvSpPr>
            <a:spLocks noGrp="1"/>
          </p:cNvSpPr>
          <p:nvPr>
            <p:ph type="pic" sz="quarter" idx="18"/>
          </p:nvPr>
        </p:nvSpPr>
        <p:spPr>
          <a:xfrm>
            <a:off x="4279392" y="1905001"/>
            <a:ext cx="3630168" cy="2119562"/>
          </a:xfrm>
          <a:custGeom>
            <a:avLst/>
            <a:gdLst>
              <a:gd name="connsiteX0" fmla="*/ 0 w 3630168"/>
              <a:gd name="connsiteY0" fmla="*/ 0 h 2119562"/>
              <a:gd name="connsiteX1" fmla="*/ 3202638 w 3630168"/>
              <a:gd name="connsiteY1" fmla="*/ 0 h 2119562"/>
              <a:gd name="connsiteX2" fmla="*/ 3630168 w 3630168"/>
              <a:gd name="connsiteY2" fmla="*/ 213765 h 2119562"/>
              <a:gd name="connsiteX3" fmla="*/ 3630168 w 3630168"/>
              <a:gd name="connsiteY3" fmla="*/ 2119562 h 2119562"/>
              <a:gd name="connsiteX4" fmla="*/ 0 w 3630168"/>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2119562">
                <a:moveTo>
                  <a:pt x="0" y="0"/>
                </a:moveTo>
                <a:lnTo>
                  <a:pt x="3202638" y="0"/>
                </a:lnTo>
                <a:lnTo>
                  <a:pt x="3630168" y="213765"/>
                </a:lnTo>
                <a:lnTo>
                  <a:pt x="3630168" y="2119562"/>
                </a:lnTo>
                <a:lnTo>
                  <a:pt x="0" y="2119562"/>
                </a:lnTo>
                <a:close/>
              </a:path>
            </a:pathLst>
          </a:custGeom>
        </p:spPr>
        <p:txBody>
          <a:bodyPr wrap="square">
            <a:noAutofit/>
          </a:bodyPr>
          <a:lstStyle/>
          <a:p>
            <a:r>
              <a:rPr lang="en-US"/>
              <a:t>Click icon to add picture</a:t>
            </a:r>
          </a:p>
        </p:txBody>
      </p:sp>
      <p:sp>
        <p:nvSpPr>
          <p:cNvPr id="27" name="Picture Placeholder 26">
            <a:extLst>
              <a:ext uri="{FF2B5EF4-FFF2-40B4-BE49-F238E27FC236}">
                <a16:creationId xmlns:a16="http://schemas.microsoft.com/office/drawing/2014/main" id="{F5F20EEE-9503-47A9-B3CE-5FE8A136D715}"/>
              </a:ext>
            </a:extLst>
          </p:cNvPr>
          <p:cNvSpPr>
            <a:spLocks noGrp="1"/>
          </p:cNvSpPr>
          <p:nvPr>
            <p:ph type="pic" sz="quarter" idx="16"/>
          </p:nvPr>
        </p:nvSpPr>
        <p:spPr>
          <a:xfrm>
            <a:off x="380497" y="1905001"/>
            <a:ext cx="3630168" cy="2119562"/>
          </a:xfrm>
          <a:custGeom>
            <a:avLst/>
            <a:gdLst>
              <a:gd name="connsiteX0" fmla="*/ 0 w 3630168"/>
              <a:gd name="connsiteY0" fmla="*/ 0 h 2119562"/>
              <a:gd name="connsiteX1" fmla="*/ 3209169 w 3630168"/>
              <a:gd name="connsiteY1" fmla="*/ 0 h 2119562"/>
              <a:gd name="connsiteX2" fmla="*/ 3630168 w 3630168"/>
              <a:gd name="connsiteY2" fmla="*/ 210500 h 2119562"/>
              <a:gd name="connsiteX3" fmla="*/ 3630168 w 3630168"/>
              <a:gd name="connsiteY3" fmla="*/ 2119562 h 2119562"/>
              <a:gd name="connsiteX4" fmla="*/ 0 w 3630168"/>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2119562">
                <a:moveTo>
                  <a:pt x="0" y="0"/>
                </a:moveTo>
                <a:lnTo>
                  <a:pt x="3209169" y="0"/>
                </a:lnTo>
                <a:lnTo>
                  <a:pt x="3630168" y="210500"/>
                </a:lnTo>
                <a:lnTo>
                  <a:pt x="3630168" y="2119562"/>
                </a:lnTo>
                <a:lnTo>
                  <a:pt x="0" y="2119562"/>
                </a:lnTo>
                <a:close/>
              </a:path>
            </a:pathLst>
          </a:custGeom>
        </p:spPr>
        <p:txBody>
          <a:bodyPr wrap="square">
            <a:noAutofit/>
          </a:bodyPr>
          <a:lstStyle/>
          <a:p>
            <a:r>
              <a:rPr lang="en-US"/>
              <a:t>Click icon to add picture</a:t>
            </a:r>
          </a:p>
        </p:txBody>
      </p:sp>
      <p:grpSp>
        <p:nvGrpSpPr>
          <p:cNvPr id="3" name="Group 2">
            <a:extLst>
              <a:ext uri="{FF2B5EF4-FFF2-40B4-BE49-F238E27FC236}">
                <a16:creationId xmlns:a16="http://schemas.microsoft.com/office/drawing/2014/main" id="{74CF4060-DF83-AF90-DD10-933D64F8D0ED}"/>
              </a:ext>
            </a:extLst>
          </p:cNvPr>
          <p:cNvGrpSpPr/>
          <p:nvPr userDrawn="1"/>
        </p:nvGrpSpPr>
        <p:grpSpPr>
          <a:xfrm>
            <a:off x="380497" y="4213436"/>
            <a:ext cx="3654867" cy="144735"/>
            <a:chOff x="380497" y="1888670"/>
            <a:chExt cx="3654867" cy="144735"/>
          </a:xfrm>
        </p:grpSpPr>
        <p:pic>
          <p:nvPicPr>
            <p:cNvPr id="4" name="Graphic 3">
              <a:extLst>
                <a:ext uri="{FF2B5EF4-FFF2-40B4-BE49-F238E27FC236}">
                  <a16:creationId xmlns:a16="http://schemas.microsoft.com/office/drawing/2014/main" id="{D1F77601-04AA-30EA-6E68-A4097D7714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 name="Straight Connector 4">
              <a:extLst>
                <a:ext uri="{FF2B5EF4-FFF2-40B4-BE49-F238E27FC236}">
                  <a16:creationId xmlns:a16="http://schemas.microsoft.com/office/drawing/2014/main" id="{C9E9A8BE-CA81-4789-D253-F5DF64973FCE}"/>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8" name="Picture 7" descr="A black background with yellow letters&#10;&#10;AI-generated content may be incorrect.">
            <a:extLst>
              <a:ext uri="{FF2B5EF4-FFF2-40B4-BE49-F238E27FC236}">
                <a16:creationId xmlns:a16="http://schemas.microsoft.com/office/drawing/2014/main" id="{D11D402D-8DC4-16B3-5783-6661EB2C52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8" name="Straight Connector 17">
            <a:extLst>
              <a:ext uri="{FF2B5EF4-FFF2-40B4-BE49-F238E27FC236}">
                <a16:creationId xmlns:a16="http://schemas.microsoft.com/office/drawing/2014/main" id="{EBCE2268-C1AD-97B2-78A3-DCE8EF75BCD0}"/>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8403565-4FA2-5F9F-B082-CB9E94A90336}"/>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42FDA829-547B-A48D-96C0-B492AA22E280}"/>
              </a:ext>
            </a:extLst>
          </p:cNvPr>
          <p:cNvGrpSpPr/>
          <p:nvPr userDrawn="1"/>
        </p:nvGrpSpPr>
        <p:grpSpPr>
          <a:xfrm>
            <a:off x="4279827" y="4213436"/>
            <a:ext cx="3654867" cy="144735"/>
            <a:chOff x="380497" y="1888670"/>
            <a:chExt cx="3654867" cy="144735"/>
          </a:xfrm>
        </p:grpSpPr>
        <p:pic>
          <p:nvPicPr>
            <p:cNvPr id="29" name="Graphic 28">
              <a:extLst>
                <a:ext uri="{FF2B5EF4-FFF2-40B4-BE49-F238E27FC236}">
                  <a16:creationId xmlns:a16="http://schemas.microsoft.com/office/drawing/2014/main" id="{04E13455-B52F-2A75-8B34-7182B8A56E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F43018EB-0BA9-EF96-3A5A-0EE766FA5044}"/>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3" name="Group 32">
            <a:extLst>
              <a:ext uri="{FF2B5EF4-FFF2-40B4-BE49-F238E27FC236}">
                <a16:creationId xmlns:a16="http://schemas.microsoft.com/office/drawing/2014/main" id="{ABA12E22-E9F4-358A-1B16-6D545A060E16}"/>
              </a:ext>
            </a:extLst>
          </p:cNvPr>
          <p:cNvGrpSpPr/>
          <p:nvPr userDrawn="1"/>
        </p:nvGrpSpPr>
        <p:grpSpPr>
          <a:xfrm>
            <a:off x="8177603" y="4213436"/>
            <a:ext cx="3654867" cy="144735"/>
            <a:chOff x="380497" y="1888670"/>
            <a:chExt cx="3654867" cy="144735"/>
          </a:xfrm>
        </p:grpSpPr>
        <p:pic>
          <p:nvPicPr>
            <p:cNvPr id="34" name="Graphic 33">
              <a:extLst>
                <a:ext uri="{FF2B5EF4-FFF2-40B4-BE49-F238E27FC236}">
                  <a16:creationId xmlns:a16="http://schemas.microsoft.com/office/drawing/2014/main" id="{7F4EE8CC-DB58-2CEC-B925-438BA4F56F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5" name="Straight Connector 34">
              <a:extLst>
                <a:ext uri="{FF2B5EF4-FFF2-40B4-BE49-F238E27FC236}">
                  <a16:creationId xmlns:a16="http://schemas.microsoft.com/office/drawing/2014/main" id="{E2784A91-3D3D-B3F9-45E5-DB673102F1C9}"/>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2672556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Four Content+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32" name="Text Placeholder 8">
            <a:extLst>
              <a:ext uri="{FF2B5EF4-FFF2-40B4-BE49-F238E27FC236}">
                <a16:creationId xmlns:a16="http://schemas.microsoft.com/office/drawing/2014/main" id="{AC447B9E-D442-AA77-866A-96BA7E24F529}"/>
              </a:ext>
            </a:extLst>
          </p:cNvPr>
          <p:cNvSpPr>
            <a:spLocks noGrp="1"/>
          </p:cNvSpPr>
          <p:nvPr>
            <p:ph type="body" sz="quarter" idx="15"/>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15" name="Content Placeholder 1">
            <a:extLst>
              <a:ext uri="{FF2B5EF4-FFF2-40B4-BE49-F238E27FC236}">
                <a16:creationId xmlns:a16="http://schemas.microsoft.com/office/drawing/2014/main" id="{F4565A5B-4420-7D81-6AC1-46BFCE46BC1E}"/>
              </a:ext>
            </a:extLst>
          </p:cNvPr>
          <p:cNvSpPr>
            <a:spLocks noGrp="1"/>
          </p:cNvSpPr>
          <p:nvPr>
            <p:ph sz="half" idx="16"/>
          </p:nvPr>
        </p:nvSpPr>
        <p:spPr>
          <a:xfrm>
            <a:off x="380497" y="4503501"/>
            <a:ext cx="2679192"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B8AEE6D-529B-5A4C-9D4A-677F247D723F}"/>
              </a:ext>
            </a:extLst>
          </p:cNvPr>
          <p:cNvSpPr>
            <a:spLocks noGrp="1"/>
          </p:cNvSpPr>
          <p:nvPr>
            <p:ph sz="half" idx="18"/>
          </p:nvPr>
        </p:nvSpPr>
        <p:spPr>
          <a:xfrm>
            <a:off x="3310128" y="4503501"/>
            <a:ext cx="2679192"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
            <a:extLst>
              <a:ext uri="{FF2B5EF4-FFF2-40B4-BE49-F238E27FC236}">
                <a16:creationId xmlns:a16="http://schemas.microsoft.com/office/drawing/2014/main" id="{17D5DE13-9F2F-BE84-25E7-25E1E5BADF3C}"/>
              </a:ext>
            </a:extLst>
          </p:cNvPr>
          <p:cNvSpPr>
            <a:spLocks noGrp="1"/>
          </p:cNvSpPr>
          <p:nvPr>
            <p:ph sz="half" idx="20"/>
          </p:nvPr>
        </p:nvSpPr>
        <p:spPr>
          <a:xfrm>
            <a:off x="6235186" y="4503501"/>
            <a:ext cx="2679192"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4">
            <a:extLst>
              <a:ext uri="{FF2B5EF4-FFF2-40B4-BE49-F238E27FC236}">
                <a16:creationId xmlns:a16="http://schemas.microsoft.com/office/drawing/2014/main" id="{3747E0D5-5B79-6207-DF53-5C77734A682E}"/>
              </a:ext>
            </a:extLst>
          </p:cNvPr>
          <p:cNvSpPr>
            <a:spLocks noGrp="1"/>
          </p:cNvSpPr>
          <p:nvPr>
            <p:ph sz="half" idx="22"/>
          </p:nvPr>
        </p:nvSpPr>
        <p:spPr>
          <a:xfrm>
            <a:off x="9144000" y="4503501"/>
            <a:ext cx="2679192" cy="1691509"/>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4213436"/>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AACA8C55-161F-DE41-2794-023369E7C3A7}"/>
              </a:ext>
            </a:extLst>
          </p:cNvPr>
          <p:cNvGrpSpPr/>
          <p:nvPr/>
        </p:nvGrpSpPr>
        <p:grpSpPr>
          <a:xfrm>
            <a:off x="3305556" y="4213436"/>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4213436"/>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4213436"/>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9" name="Picture Placeholder 8">
            <a:extLst>
              <a:ext uri="{FF2B5EF4-FFF2-40B4-BE49-F238E27FC236}">
                <a16:creationId xmlns:a16="http://schemas.microsoft.com/office/drawing/2014/main" id="{63BF2D0E-DD68-DDCF-281C-1EE0BD0A43F5}"/>
              </a:ext>
            </a:extLst>
          </p:cNvPr>
          <p:cNvSpPr>
            <a:spLocks noGrp="1"/>
          </p:cNvSpPr>
          <p:nvPr>
            <p:ph type="pic" sz="quarter" idx="23"/>
          </p:nvPr>
        </p:nvSpPr>
        <p:spPr>
          <a:xfrm>
            <a:off x="9144000" y="1905001"/>
            <a:ext cx="2674276" cy="2119562"/>
          </a:xfrm>
          <a:custGeom>
            <a:avLst/>
            <a:gdLst>
              <a:gd name="connsiteX0" fmla="*/ 0 w 2674276"/>
              <a:gd name="connsiteY0" fmla="*/ 0 h 2119562"/>
              <a:gd name="connsiteX1" fmla="*/ 2248353 w 2674276"/>
              <a:gd name="connsiteY1" fmla="*/ 0 h 2119562"/>
              <a:gd name="connsiteX2" fmla="*/ 2674276 w 2674276"/>
              <a:gd name="connsiteY2" fmla="*/ 212962 h 2119562"/>
              <a:gd name="connsiteX3" fmla="*/ 2674276 w 2674276"/>
              <a:gd name="connsiteY3" fmla="*/ 2119562 h 2119562"/>
              <a:gd name="connsiteX4" fmla="*/ 0 w 2674276"/>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119562">
                <a:moveTo>
                  <a:pt x="0" y="0"/>
                </a:moveTo>
                <a:lnTo>
                  <a:pt x="2248353" y="0"/>
                </a:lnTo>
                <a:lnTo>
                  <a:pt x="2674276" y="212962"/>
                </a:lnTo>
                <a:lnTo>
                  <a:pt x="2674276" y="2119562"/>
                </a:lnTo>
                <a:lnTo>
                  <a:pt x="0" y="2119562"/>
                </a:lnTo>
                <a:close/>
              </a:path>
            </a:pathLst>
          </a:custGeom>
          <a:ln>
            <a:noFill/>
          </a:ln>
        </p:spPr>
        <p:txBody>
          <a:bodyPr wrap="square">
            <a:noAutofit/>
          </a:bodyPr>
          <a:lstStyle/>
          <a:p>
            <a:r>
              <a:rPr lang="en-US"/>
              <a:t>Click icon to add picture</a:t>
            </a:r>
          </a:p>
        </p:txBody>
      </p:sp>
      <p:sp>
        <p:nvSpPr>
          <p:cNvPr id="14" name="Picture Placeholder 13">
            <a:extLst>
              <a:ext uri="{FF2B5EF4-FFF2-40B4-BE49-F238E27FC236}">
                <a16:creationId xmlns:a16="http://schemas.microsoft.com/office/drawing/2014/main" id="{E6D349BA-E2F3-A427-12F8-110DB77F219C}"/>
              </a:ext>
            </a:extLst>
          </p:cNvPr>
          <p:cNvSpPr>
            <a:spLocks noGrp="1"/>
          </p:cNvSpPr>
          <p:nvPr>
            <p:ph type="pic" sz="quarter" idx="21"/>
          </p:nvPr>
        </p:nvSpPr>
        <p:spPr>
          <a:xfrm>
            <a:off x="6235186" y="1905001"/>
            <a:ext cx="2674276" cy="2119562"/>
          </a:xfrm>
          <a:custGeom>
            <a:avLst/>
            <a:gdLst>
              <a:gd name="connsiteX0" fmla="*/ 0 w 2674276"/>
              <a:gd name="connsiteY0" fmla="*/ 0 h 2119562"/>
              <a:gd name="connsiteX1" fmla="*/ 2252802 w 2674276"/>
              <a:gd name="connsiteY1" fmla="*/ 0 h 2119562"/>
              <a:gd name="connsiteX2" fmla="*/ 2674276 w 2674276"/>
              <a:gd name="connsiteY2" fmla="*/ 210737 h 2119562"/>
              <a:gd name="connsiteX3" fmla="*/ 2674276 w 2674276"/>
              <a:gd name="connsiteY3" fmla="*/ 2119562 h 2119562"/>
              <a:gd name="connsiteX4" fmla="*/ 0 w 2674276"/>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119562">
                <a:moveTo>
                  <a:pt x="0" y="0"/>
                </a:moveTo>
                <a:lnTo>
                  <a:pt x="2252802" y="0"/>
                </a:lnTo>
                <a:lnTo>
                  <a:pt x="2674276" y="210737"/>
                </a:lnTo>
                <a:lnTo>
                  <a:pt x="2674276" y="2119562"/>
                </a:lnTo>
                <a:lnTo>
                  <a:pt x="0" y="2119562"/>
                </a:lnTo>
                <a:close/>
              </a:path>
            </a:pathLst>
          </a:custGeom>
          <a:ln>
            <a:noFill/>
          </a:ln>
        </p:spPr>
        <p:txBody>
          <a:bodyPr wrap="square">
            <a:noAutofit/>
          </a:bodyPr>
          <a:lstStyle/>
          <a:p>
            <a:r>
              <a:rPr lang="en-US"/>
              <a:t>Click icon to add picture</a:t>
            </a:r>
          </a:p>
        </p:txBody>
      </p:sp>
      <p:sp>
        <p:nvSpPr>
          <p:cNvPr id="16" name="Picture Placeholder 15">
            <a:extLst>
              <a:ext uri="{FF2B5EF4-FFF2-40B4-BE49-F238E27FC236}">
                <a16:creationId xmlns:a16="http://schemas.microsoft.com/office/drawing/2014/main" id="{54A547DD-D88F-0478-EECB-194D3BA7B11D}"/>
              </a:ext>
            </a:extLst>
          </p:cNvPr>
          <p:cNvSpPr>
            <a:spLocks noGrp="1"/>
          </p:cNvSpPr>
          <p:nvPr>
            <p:ph type="pic" sz="quarter" idx="19"/>
          </p:nvPr>
        </p:nvSpPr>
        <p:spPr>
          <a:xfrm>
            <a:off x="3310128" y="1905001"/>
            <a:ext cx="2674276" cy="2119562"/>
          </a:xfrm>
          <a:custGeom>
            <a:avLst/>
            <a:gdLst>
              <a:gd name="connsiteX0" fmla="*/ 0 w 2674276"/>
              <a:gd name="connsiteY0" fmla="*/ 0 h 2119562"/>
              <a:gd name="connsiteX1" fmla="*/ 2240731 w 2674276"/>
              <a:gd name="connsiteY1" fmla="*/ 0 h 2119562"/>
              <a:gd name="connsiteX2" fmla="*/ 2674276 w 2674276"/>
              <a:gd name="connsiteY2" fmla="*/ 216773 h 2119562"/>
              <a:gd name="connsiteX3" fmla="*/ 2674276 w 2674276"/>
              <a:gd name="connsiteY3" fmla="*/ 2119562 h 2119562"/>
              <a:gd name="connsiteX4" fmla="*/ 0 w 2674276"/>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119562">
                <a:moveTo>
                  <a:pt x="0" y="0"/>
                </a:moveTo>
                <a:lnTo>
                  <a:pt x="2240731" y="0"/>
                </a:lnTo>
                <a:lnTo>
                  <a:pt x="2674276" y="216773"/>
                </a:lnTo>
                <a:lnTo>
                  <a:pt x="2674276" y="2119562"/>
                </a:lnTo>
                <a:lnTo>
                  <a:pt x="0" y="2119562"/>
                </a:lnTo>
                <a:close/>
              </a:path>
            </a:pathLst>
          </a:custGeom>
          <a:ln>
            <a:noFill/>
          </a:ln>
        </p:spPr>
        <p:txBody>
          <a:bodyPr wrap="square">
            <a:noAutofit/>
          </a:bodyPr>
          <a:lstStyle/>
          <a:p>
            <a:r>
              <a:rPr lang="en-US"/>
              <a:t>Click icon to add picture</a:t>
            </a:r>
          </a:p>
        </p:txBody>
      </p:sp>
      <p:sp>
        <p:nvSpPr>
          <p:cNvPr id="23" name="Picture Placeholder 22">
            <a:extLst>
              <a:ext uri="{FF2B5EF4-FFF2-40B4-BE49-F238E27FC236}">
                <a16:creationId xmlns:a16="http://schemas.microsoft.com/office/drawing/2014/main" id="{810687CE-CC8B-8F07-E174-1E2AC8AD9A23}"/>
              </a:ext>
            </a:extLst>
          </p:cNvPr>
          <p:cNvSpPr>
            <a:spLocks noGrp="1"/>
          </p:cNvSpPr>
          <p:nvPr>
            <p:ph type="pic" sz="quarter" idx="17"/>
          </p:nvPr>
        </p:nvSpPr>
        <p:spPr>
          <a:xfrm>
            <a:off x="380497" y="1905001"/>
            <a:ext cx="2674276" cy="2119562"/>
          </a:xfrm>
          <a:custGeom>
            <a:avLst/>
            <a:gdLst>
              <a:gd name="connsiteX0" fmla="*/ 0 w 2674276"/>
              <a:gd name="connsiteY0" fmla="*/ 0 h 2119562"/>
              <a:gd name="connsiteX1" fmla="*/ 2247829 w 2674276"/>
              <a:gd name="connsiteY1" fmla="*/ 0 h 2119562"/>
              <a:gd name="connsiteX2" fmla="*/ 2674276 w 2674276"/>
              <a:gd name="connsiteY2" fmla="*/ 213224 h 2119562"/>
              <a:gd name="connsiteX3" fmla="*/ 2674276 w 2674276"/>
              <a:gd name="connsiteY3" fmla="*/ 2119562 h 2119562"/>
              <a:gd name="connsiteX4" fmla="*/ 0 w 2674276"/>
              <a:gd name="connsiteY4" fmla="*/ 2119562 h 211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119562">
                <a:moveTo>
                  <a:pt x="0" y="0"/>
                </a:moveTo>
                <a:lnTo>
                  <a:pt x="2247829" y="0"/>
                </a:lnTo>
                <a:lnTo>
                  <a:pt x="2674276" y="213224"/>
                </a:lnTo>
                <a:lnTo>
                  <a:pt x="2674276" y="2119562"/>
                </a:lnTo>
                <a:lnTo>
                  <a:pt x="0" y="2119562"/>
                </a:lnTo>
                <a:close/>
              </a:path>
            </a:pathLst>
          </a:custGeom>
          <a:ln>
            <a:noFill/>
          </a:ln>
        </p:spPr>
        <p:txBody>
          <a:bodyPr wrap="square">
            <a:noAutofit/>
          </a:bodyPr>
          <a:lstStyle/>
          <a:p>
            <a:r>
              <a:rPr lang="en-US"/>
              <a:t>Click icon to add picture</a:t>
            </a:r>
          </a:p>
        </p:txBody>
      </p:sp>
      <p:grpSp>
        <p:nvGrpSpPr>
          <p:cNvPr id="3" name="Group 2">
            <a:extLst>
              <a:ext uri="{FF2B5EF4-FFF2-40B4-BE49-F238E27FC236}">
                <a16:creationId xmlns:a16="http://schemas.microsoft.com/office/drawing/2014/main" id="{EC4D1DAF-80E0-0866-9F53-6467E4191092}"/>
              </a:ext>
            </a:extLst>
          </p:cNvPr>
          <p:cNvGrpSpPr/>
          <p:nvPr userDrawn="1"/>
        </p:nvGrpSpPr>
        <p:grpSpPr>
          <a:xfrm>
            <a:off x="380497" y="4213436"/>
            <a:ext cx="2674276" cy="144735"/>
            <a:chOff x="380497" y="1888670"/>
            <a:chExt cx="2674276" cy="144735"/>
          </a:xfrm>
        </p:grpSpPr>
        <p:pic>
          <p:nvPicPr>
            <p:cNvPr id="4" name="Graphic 3">
              <a:extLst>
                <a:ext uri="{FF2B5EF4-FFF2-40B4-BE49-F238E27FC236}">
                  <a16:creationId xmlns:a16="http://schemas.microsoft.com/office/drawing/2014/main" id="{B37177F7-EB96-C1BF-E0B8-F443862065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 name="Straight Connector 4">
              <a:extLst>
                <a:ext uri="{FF2B5EF4-FFF2-40B4-BE49-F238E27FC236}">
                  <a16:creationId xmlns:a16="http://schemas.microsoft.com/office/drawing/2014/main" id="{A9FDCEC6-FEBA-4B77-AC72-A6CA6D21BAAD}"/>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8" name="Picture 7" descr="A black background with yellow letters&#10;&#10;AI-generated content may be incorrect.">
            <a:extLst>
              <a:ext uri="{FF2B5EF4-FFF2-40B4-BE49-F238E27FC236}">
                <a16:creationId xmlns:a16="http://schemas.microsoft.com/office/drawing/2014/main" id="{20CF2193-038B-9F61-4755-31C8C6BF53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4" name="Straight Connector 23">
            <a:extLst>
              <a:ext uri="{FF2B5EF4-FFF2-40B4-BE49-F238E27FC236}">
                <a16:creationId xmlns:a16="http://schemas.microsoft.com/office/drawing/2014/main" id="{486FAC69-8C72-FCC7-4C2D-DBD1F3EC23D5}"/>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242E2AA-24A3-6FB3-A257-AC52AF2A6ECE}"/>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ED9A7A04-0218-264F-032C-AD4DA0C93774}"/>
              </a:ext>
            </a:extLst>
          </p:cNvPr>
          <p:cNvGrpSpPr/>
          <p:nvPr userDrawn="1"/>
        </p:nvGrpSpPr>
        <p:grpSpPr>
          <a:xfrm>
            <a:off x="3305556" y="4213436"/>
            <a:ext cx="2674276" cy="144735"/>
            <a:chOff x="380497" y="1888670"/>
            <a:chExt cx="2674276" cy="144735"/>
          </a:xfrm>
        </p:grpSpPr>
        <p:pic>
          <p:nvPicPr>
            <p:cNvPr id="33" name="Graphic 32">
              <a:extLst>
                <a:ext uri="{FF2B5EF4-FFF2-40B4-BE49-F238E27FC236}">
                  <a16:creationId xmlns:a16="http://schemas.microsoft.com/office/drawing/2014/main" id="{0FD09A99-672E-2F04-1C85-86514566D3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5" name="Straight Connector 34">
              <a:extLst>
                <a:ext uri="{FF2B5EF4-FFF2-40B4-BE49-F238E27FC236}">
                  <a16:creationId xmlns:a16="http://schemas.microsoft.com/office/drawing/2014/main" id="{8D6040E5-0C5D-9AB3-E2A9-8BB4F3AEF66A}"/>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7" name="Group 36">
            <a:extLst>
              <a:ext uri="{FF2B5EF4-FFF2-40B4-BE49-F238E27FC236}">
                <a16:creationId xmlns:a16="http://schemas.microsoft.com/office/drawing/2014/main" id="{36FB7E04-8594-2AB8-CAFE-E3AA03F81183}"/>
              </a:ext>
            </a:extLst>
          </p:cNvPr>
          <p:cNvGrpSpPr/>
          <p:nvPr userDrawn="1"/>
        </p:nvGrpSpPr>
        <p:grpSpPr>
          <a:xfrm>
            <a:off x="6235530" y="4213436"/>
            <a:ext cx="2674276" cy="144735"/>
            <a:chOff x="380497" y="1888670"/>
            <a:chExt cx="2674276" cy="144735"/>
          </a:xfrm>
        </p:grpSpPr>
        <p:pic>
          <p:nvPicPr>
            <p:cNvPr id="39" name="Graphic 38">
              <a:extLst>
                <a:ext uri="{FF2B5EF4-FFF2-40B4-BE49-F238E27FC236}">
                  <a16:creationId xmlns:a16="http://schemas.microsoft.com/office/drawing/2014/main" id="{DAC2F4F6-EA55-6B4C-7C33-E7C81355F6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0" name="Straight Connector 39">
              <a:extLst>
                <a:ext uri="{FF2B5EF4-FFF2-40B4-BE49-F238E27FC236}">
                  <a16:creationId xmlns:a16="http://schemas.microsoft.com/office/drawing/2014/main" id="{A812CCF9-6865-165F-2645-D22B59EA7F18}"/>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1" name="Group 40">
            <a:extLst>
              <a:ext uri="{FF2B5EF4-FFF2-40B4-BE49-F238E27FC236}">
                <a16:creationId xmlns:a16="http://schemas.microsoft.com/office/drawing/2014/main" id="{5FDB4020-F20F-8AB3-C638-5ACB7982BA95}"/>
              </a:ext>
            </a:extLst>
          </p:cNvPr>
          <p:cNvGrpSpPr/>
          <p:nvPr userDrawn="1"/>
        </p:nvGrpSpPr>
        <p:grpSpPr>
          <a:xfrm>
            <a:off x="9145410" y="4213436"/>
            <a:ext cx="2674276" cy="144735"/>
            <a:chOff x="380497" y="1888670"/>
            <a:chExt cx="2674276" cy="144735"/>
          </a:xfrm>
        </p:grpSpPr>
        <p:pic>
          <p:nvPicPr>
            <p:cNvPr id="42" name="Graphic 41">
              <a:extLst>
                <a:ext uri="{FF2B5EF4-FFF2-40B4-BE49-F238E27FC236}">
                  <a16:creationId xmlns:a16="http://schemas.microsoft.com/office/drawing/2014/main" id="{8AE7B0B4-C1DA-12DA-3E9E-6E9E4DCE63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3" name="Straight Connector 42">
              <a:extLst>
                <a:ext uri="{FF2B5EF4-FFF2-40B4-BE49-F238E27FC236}">
                  <a16:creationId xmlns:a16="http://schemas.microsoft.com/office/drawing/2014/main" id="{1EF4221A-193E-9E8E-0521-55B2EE8B38CD}"/>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71399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markets serv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35" name="Text Placeholder 1">
            <a:extLst>
              <a:ext uri="{FF2B5EF4-FFF2-40B4-BE49-F238E27FC236}">
                <a16:creationId xmlns:a16="http://schemas.microsoft.com/office/drawing/2014/main" id="{F74F962F-3F85-0E19-F4AE-679EA43B2D78}"/>
              </a:ext>
            </a:extLst>
          </p:cNvPr>
          <p:cNvSpPr>
            <a:spLocks noGrp="1"/>
          </p:cNvSpPr>
          <p:nvPr>
            <p:ph type="body" idx="1"/>
          </p:nvPr>
        </p:nvSpPr>
        <p:spPr>
          <a:xfrm>
            <a:off x="381000"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
            <a:extLst>
              <a:ext uri="{FF2B5EF4-FFF2-40B4-BE49-F238E27FC236}">
                <a16:creationId xmlns:a16="http://schemas.microsoft.com/office/drawing/2014/main" id="{F4565A5B-4420-7D81-6AC1-46BFCE46BC1E}"/>
              </a:ext>
            </a:extLst>
          </p:cNvPr>
          <p:cNvSpPr>
            <a:spLocks noGrp="1"/>
          </p:cNvSpPr>
          <p:nvPr>
            <p:ph sz="half" idx="16"/>
          </p:nvPr>
        </p:nvSpPr>
        <p:spPr>
          <a:xfrm>
            <a:off x="380497"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05C4DFB8-937C-8A72-275C-3EA91C53C347}"/>
              </a:ext>
            </a:extLst>
          </p:cNvPr>
          <p:cNvSpPr>
            <a:spLocks noGrp="1"/>
          </p:cNvSpPr>
          <p:nvPr>
            <p:ph type="body" sz="quarter" idx="3"/>
          </p:nvPr>
        </p:nvSpPr>
        <p:spPr>
          <a:xfrm>
            <a:off x="3310128"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Content Placeholder 2">
            <a:extLst>
              <a:ext uri="{FF2B5EF4-FFF2-40B4-BE49-F238E27FC236}">
                <a16:creationId xmlns:a16="http://schemas.microsoft.com/office/drawing/2014/main" id="{DB8AEE6D-529B-5A4C-9D4A-677F247D723F}"/>
              </a:ext>
            </a:extLst>
          </p:cNvPr>
          <p:cNvSpPr>
            <a:spLocks noGrp="1"/>
          </p:cNvSpPr>
          <p:nvPr>
            <p:ph sz="half" idx="18"/>
          </p:nvPr>
        </p:nvSpPr>
        <p:spPr>
          <a:xfrm>
            <a:off x="3310128"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
            <a:extLst>
              <a:ext uri="{FF2B5EF4-FFF2-40B4-BE49-F238E27FC236}">
                <a16:creationId xmlns:a16="http://schemas.microsoft.com/office/drawing/2014/main" id="{9A2860B7-9903-FFCC-D220-5B8C87323525}"/>
              </a:ext>
            </a:extLst>
          </p:cNvPr>
          <p:cNvSpPr>
            <a:spLocks noGrp="1"/>
          </p:cNvSpPr>
          <p:nvPr>
            <p:ph type="body" sz="quarter" idx="14"/>
          </p:nvPr>
        </p:nvSpPr>
        <p:spPr>
          <a:xfrm>
            <a:off x="6236208"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Content Placeholder 3">
            <a:extLst>
              <a:ext uri="{FF2B5EF4-FFF2-40B4-BE49-F238E27FC236}">
                <a16:creationId xmlns:a16="http://schemas.microsoft.com/office/drawing/2014/main" id="{17D5DE13-9F2F-BE84-25E7-25E1E5BADF3C}"/>
              </a:ext>
            </a:extLst>
          </p:cNvPr>
          <p:cNvSpPr>
            <a:spLocks noGrp="1"/>
          </p:cNvSpPr>
          <p:nvPr>
            <p:ph sz="half" idx="20"/>
          </p:nvPr>
        </p:nvSpPr>
        <p:spPr>
          <a:xfrm>
            <a:off x="6235186"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4">
            <a:extLst>
              <a:ext uri="{FF2B5EF4-FFF2-40B4-BE49-F238E27FC236}">
                <a16:creationId xmlns:a16="http://schemas.microsoft.com/office/drawing/2014/main" id="{82D1BFFD-8C54-6280-A395-B50B4D3AD86E}"/>
              </a:ext>
            </a:extLst>
          </p:cNvPr>
          <p:cNvSpPr>
            <a:spLocks noGrp="1"/>
          </p:cNvSpPr>
          <p:nvPr>
            <p:ph type="body" sz="quarter" idx="26"/>
          </p:nvPr>
        </p:nvSpPr>
        <p:spPr>
          <a:xfrm>
            <a:off x="9144000"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Content Placeholder 4">
            <a:extLst>
              <a:ext uri="{FF2B5EF4-FFF2-40B4-BE49-F238E27FC236}">
                <a16:creationId xmlns:a16="http://schemas.microsoft.com/office/drawing/2014/main" id="{3747E0D5-5B79-6207-DF53-5C77734A682E}"/>
              </a:ext>
            </a:extLst>
          </p:cNvPr>
          <p:cNvSpPr>
            <a:spLocks noGrp="1"/>
          </p:cNvSpPr>
          <p:nvPr>
            <p:ph sz="half" idx="22"/>
          </p:nvPr>
        </p:nvSpPr>
        <p:spPr>
          <a:xfrm>
            <a:off x="9144000"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4295080"/>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AACA8C55-161F-DE41-2794-023369E7C3A7}"/>
              </a:ext>
            </a:extLst>
          </p:cNvPr>
          <p:cNvGrpSpPr/>
          <p:nvPr/>
        </p:nvGrpSpPr>
        <p:grpSpPr>
          <a:xfrm>
            <a:off x="3305556" y="4295080"/>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4295080"/>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4295080"/>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24" name="Picture Placeholder 23">
            <a:extLst>
              <a:ext uri="{FF2B5EF4-FFF2-40B4-BE49-F238E27FC236}">
                <a16:creationId xmlns:a16="http://schemas.microsoft.com/office/drawing/2014/main" id="{291DACCD-AFE1-1F42-FFEA-085E042018FC}"/>
              </a:ext>
            </a:extLst>
          </p:cNvPr>
          <p:cNvSpPr>
            <a:spLocks noGrp="1"/>
          </p:cNvSpPr>
          <p:nvPr>
            <p:ph type="pic" sz="quarter" idx="17"/>
          </p:nvPr>
        </p:nvSpPr>
        <p:spPr>
          <a:xfrm>
            <a:off x="380497" y="931143"/>
            <a:ext cx="2674276" cy="2677467"/>
          </a:xfrm>
          <a:custGeom>
            <a:avLst/>
            <a:gdLst>
              <a:gd name="connsiteX0" fmla="*/ 0 w 2674276"/>
              <a:gd name="connsiteY0" fmla="*/ 0 h 2677467"/>
              <a:gd name="connsiteX1" fmla="*/ 2249302 w 2674276"/>
              <a:gd name="connsiteY1" fmla="*/ 0 h 2677467"/>
              <a:gd name="connsiteX2" fmla="*/ 2674276 w 2674276"/>
              <a:gd name="connsiteY2" fmla="*/ 224987 h 2677467"/>
              <a:gd name="connsiteX3" fmla="*/ 2674276 w 2674276"/>
              <a:gd name="connsiteY3" fmla="*/ 2677467 h 2677467"/>
              <a:gd name="connsiteX4" fmla="*/ 0 w 2674276"/>
              <a:gd name="connsiteY4" fmla="*/ 2677467 h 2677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677467">
                <a:moveTo>
                  <a:pt x="0" y="0"/>
                </a:moveTo>
                <a:lnTo>
                  <a:pt x="2249302" y="0"/>
                </a:lnTo>
                <a:lnTo>
                  <a:pt x="2674276" y="224987"/>
                </a:lnTo>
                <a:lnTo>
                  <a:pt x="2674276" y="2677467"/>
                </a:lnTo>
                <a:lnTo>
                  <a:pt x="0" y="2677467"/>
                </a:lnTo>
                <a:close/>
              </a:path>
            </a:pathLst>
          </a:custGeom>
          <a:ln>
            <a:noFill/>
          </a:ln>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98E747C0-BDA4-2D8E-ECBB-54DBD2882524}"/>
              </a:ext>
            </a:extLst>
          </p:cNvPr>
          <p:cNvSpPr>
            <a:spLocks noGrp="1"/>
          </p:cNvSpPr>
          <p:nvPr>
            <p:ph type="pic" sz="quarter" idx="23"/>
          </p:nvPr>
        </p:nvSpPr>
        <p:spPr>
          <a:xfrm>
            <a:off x="3315044" y="931143"/>
            <a:ext cx="2674276" cy="2677467"/>
          </a:xfrm>
          <a:custGeom>
            <a:avLst/>
            <a:gdLst>
              <a:gd name="connsiteX0" fmla="*/ 0 w 2674276"/>
              <a:gd name="connsiteY0" fmla="*/ 0 h 2677467"/>
              <a:gd name="connsiteX1" fmla="*/ 2249302 w 2674276"/>
              <a:gd name="connsiteY1" fmla="*/ 0 h 2677467"/>
              <a:gd name="connsiteX2" fmla="*/ 2674276 w 2674276"/>
              <a:gd name="connsiteY2" fmla="*/ 224987 h 2677467"/>
              <a:gd name="connsiteX3" fmla="*/ 2674276 w 2674276"/>
              <a:gd name="connsiteY3" fmla="*/ 2677467 h 2677467"/>
              <a:gd name="connsiteX4" fmla="*/ 0 w 2674276"/>
              <a:gd name="connsiteY4" fmla="*/ 2677467 h 2677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677467">
                <a:moveTo>
                  <a:pt x="0" y="0"/>
                </a:moveTo>
                <a:lnTo>
                  <a:pt x="2249302" y="0"/>
                </a:lnTo>
                <a:lnTo>
                  <a:pt x="2674276" y="224987"/>
                </a:lnTo>
                <a:lnTo>
                  <a:pt x="2674276" y="2677467"/>
                </a:lnTo>
                <a:lnTo>
                  <a:pt x="0" y="2677467"/>
                </a:lnTo>
                <a:close/>
              </a:path>
            </a:pathLst>
          </a:custGeom>
          <a:ln>
            <a:noFill/>
          </a:ln>
        </p:spPr>
        <p:txBody>
          <a:bodyPr wrap="square">
            <a:noAutofit/>
          </a:bodyPr>
          <a:lstStyle/>
          <a:p>
            <a:r>
              <a:rPr lang="en-US"/>
              <a:t>Click icon to add picture</a:t>
            </a:r>
          </a:p>
        </p:txBody>
      </p:sp>
      <p:sp>
        <p:nvSpPr>
          <p:cNvPr id="28" name="Picture Placeholder 27">
            <a:extLst>
              <a:ext uri="{FF2B5EF4-FFF2-40B4-BE49-F238E27FC236}">
                <a16:creationId xmlns:a16="http://schemas.microsoft.com/office/drawing/2014/main" id="{F5FCDF17-9FA6-E9FF-C65F-6C4663E53900}"/>
              </a:ext>
            </a:extLst>
          </p:cNvPr>
          <p:cNvSpPr>
            <a:spLocks noGrp="1"/>
          </p:cNvSpPr>
          <p:nvPr>
            <p:ph type="pic" sz="quarter" idx="24"/>
          </p:nvPr>
        </p:nvSpPr>
        <p:spPr>
          <a:xfrm>
            <a:off x="6230597" y="931143"/>
            <a:ext cx="2674276" cy="2677467"/>
          </a:xfrm>
          <a:custGeom>
            <a:avLst/>
            <a:gdLst>
              <a:gd name="connsiteX0" fmla="*/ 0 w 2674276"/>
              <a:gd name="connsiteY0" fmla="*/ 0 h 2677467"/>
              <a:gd name="connsiteX1" fmla="*/ 2249302 w 2674276"/>
              <a:gd name="connsiteY1" fmla="*/ 0 h 2677467"/>
              <a:gd name="connsiteX2" fmla="*/ 2674276 w 2674276"/>
              <a:gd name="connsiteY2" fmla="*/ 224987 h 2677467"/>
              <a:gd name="connsiteX3" fmla="*/ 2674276 w 2674276"/>
              <a:gd name="connsiteY3" fmla="*/ 2677467 h 2677467"/>
              <a:gd name="connsiteX4" fmla="*/ 0 w 2674276"/>
              <a:gd name="connsiteY4" fmla="*/ 2677467 h 2677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677467">
                <a:moveTo>
                  <a:pt x="0" y="0"/>
                </a:moveTo>
                <a:lnTo>
                  <a:pt x="2249302" y="0"/>
                </a:lnTo>
                <a:lnTo>
                  <a:pt x="2674276" y="224987"/>
                </a:lnTo>
                <a:lnTo>
                  <a:pt x="2674276" y="2677467"/>
                </a:lnTo>
                <a:lnTo>
                  <a:pt x="0" y="2677467"/>
                </a:lnTo>
                <a:close/>
              </a:path>
            </a:pathLst>
          </a:custGeom>
          <a:ln>
            <a:noFill/>
          </a:ln>
        </p:spPr>
        <p:txBody>
          <a:bodyPr wrap="square">
            <a:noAutofit/>
          </a:bodyPr>
          <a:lstStyle/>
          <a:p>
            <a:r>
              <a:rPr lang="en-US"/>
              <a:t>Click icon to add picture</a:t>
            </a:r>
          </a:p>
        </p:txBody>
      </p:sp>
      <p:sp>
        <p:nvSpPr>
          <p:cNvPr id="33" name="Picture Placeholder 32">
            <a:extLst>
              <a:ext uri="{FF2B5EF4-FFF2-40B4-BE49-F238E27FC236}">
                <a16:creationId xmlns:a16="http://schemas.microsoft.com/office/drawing/2014/main" id="{133CD7AD-F897-AE9D-4675-B54265D47BBB}"/>
              </a:ext>
            </a:extLst>
          </p:cNvPr>
          <p:cNvSpPr>
            <a:spLocks noGrp="1"/>
          </p:cNvSpPr>
          <p:nvPr>
            <p:ph type="pic" sz="quarter" idx="25"/>
          </p:nvPr>
        </p:nvSpPr>
        <p:spPr>
          <a:xfrm>
            <a:off x="9151212" y="931143"/>
            <a:ext cx="2674276" cy="2677467"/>
          </a:xfrm>
          <a:custGeom>
            <a:avLst/>
            <a:gdLst>
              <a:gd name="connsiteX0" fmla="*/ 0 w 2674276"/>
              <a:gd name="connsiteY0" fmla="*/ 0 h 2677467"/>
              <a:gd name="connsiteX1" fmla="*/ 2249302 w 2674276"/>
              <a:gd name="connsiteY1" fmla="*/ 0 h 2677467"/>
              <a:gd name="connsiteX2" fmla="*/ 2674276 w 2674276"/>
              <a:gd name="connsiteY2" fmla="*/ 224987 h 2677467"/>
              <a:gd name="connsiteX3" fmla="*/ 2674276 w 2674276"/>
              <a:gd name="connsiteY3" fmla="*/ 2677467 h 2677467"/>
              <a:gd name="connsiteX4" fmla="*/ 0 w 2674276"/>
              <a:gd name="connsiteY4" fmla="*/ 2677467 h 2677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2677467">
                <a:moveTo>
                  <a:pt x="0" y="0"/>
                </a:moveTo>
                <a:lnTo>
                  <a:pt x="2249302" y="0"/>
                </a:lnTo>
                <a:lnTo>
                  <a:pt x="2674276" y="224987"/>
                </a:lnTo>
                <a:lnTo>
                  <a:pt x="2674276" y="2677467"/>
                </a:lnTo>
                <a:lnTo>
                  <a:pt x="0" y="2677467"/>
                </a:lnTo>
                <a:close/>
              </a:path>
            </a:pathLst>
          </a:custGeom>
          <a:ln>
            <a:noFill/>
          </a:ln>
        </p:spPr>
        <p:txBody>
          <a:bodyPr wrap="square">
            <a:noAutofit/>
          </a:bodyPr>
          <a:lstStyle/>
          <a:p>
            <a:r>
              <a:rPr lang="en-US"/>
              <a:t>Click icon to add picture</a:t>
            </a:r>
          </a:p>
        </p:txBody>
      </p:sp>
      <p:grpSp>
        <p:nvGrpSpPr>
          <p:cNvPr id="3" name="Group 2">
            <a:extLst>
              <a:ext uri="{FF2B5EF4-FFF2-40B4-BE49-F238E27FC236}">
                <a16:creationId xmlns:a16="http://schemas.microsoft.com/office/drawing/2014/main" id="{8C4DDBDA-7DF5-FFDE-DCDD-A31632F2B610}"/>
              </a:ext>
            </a:extLst>
          </p:cNvPr>
          <p:cNvGrpSpPr/>
          <p:nvPr userDrawn="1"/>
        </p:nvGrpSpPr>
        <p:grpSpPr>
          <a:xfrm>
            <a:off x="380497" y="4295080"/>
            <a:ext cx="2674276" cy="144735"/>
            <a:chOff x="380497" y="1888670"/>
            <a:chExt cx="2674276" cy="144735"/>
          </a:xfrm>
        </p:grpSpPr>
        <p:pic>
          <p:nvPicPr>
            <p:cNvPr id="4" name="Graphic 3">
              <a:extLst>
                <a:ext uri="{FF2B5EF4-FFF2-40B4-BE49-F238E27FC236}">
                  <a16:creationId xmlns:a16="http://schemas.microsoft.com/office/drawing/2014/main" id="{7DF216DC-AAB6-4135-2387-E8FD457769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 name="Straight Connector 4">
              <a:extLst>
                <a:ext uri="{FF2B5EF4-FFF2-40B4-BE49-F238E27FC236}">
                  <a16:creationId xmlns:a16="http://schemas.microsoft.com/office/drawing/2014/main" id="{84F2BD47-51F2-0DFB-15FD-2B3B54CBEFD1}"/>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8" name="Picture 7" descr="A black background with yellow letters&#10;&#10;AI-generated content may be incorrect.">
            <a:extLst>
              <a:ext uri="{FF2B5EF4-FFF2-40B4-BE49-F238E27FC236}">
                <a16:creationId xmlns:a16="http://schemas.microsoft.com/office/drawing/2014/main" id="{704CDE96-E7B9-17ED-85AA-C0C68BBAB2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9" name="Straight Connector 8">
            <a:extLst>
              <a:ext uri="{FF2B5EF4-FFF2-40B4-BE49-F238E27FC236}">
                <a16:creationId xmlns:a16="http://schemas.microsoft.com/office/drawing/2014/main" id="{F87D9BD7-48AC-4496-A020-0AF27866A522}"/>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7E4359F-188F-2076-ED4F-F3C9B2FB0810}"/>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6" name="Group 15">
            <a:extLst>
              <a:ext uri="{FF2B5EF4-FFF2-40B4-BE49-F238E27FC236}">
                <a16:creationId xmlns:a16="http://schemas.microsoft.com/office/drawing/2014/main" id="{32F22BBF-3B65-D477-C6C1-42DF3D49C2EF}"/>
              </a:ext>
            </a:extLst>
          </p:cNvPr>
          <p:cNvGrpSpPr/>
          <p:nvPr userDrawn="1"/>
        </p:nvGrpSpPr>
        <p:grpSpPr>
          <a:xfrm>
            <a:off x="3305556" y="4295080"/>
            <a:ext cx="2674276" cy="144735"/>
            <a:chOff x="380497" y="1888670"/>
            <a:chExt cx="2674276" cy="144735"/>
          </a:xfrm>
        </p:grpSpPr>
        <p:pic>
          <p:nvPicPr>
            <p:cNvPr id="23" name="Graphic 22">
              <a:extLst>
                <a:ext uri="{FF2B5EF4-FFF2-40B4-BE49-F238E27FC236}">
                  <a16:creationId xmlns:a16="http://schemas.microsoft.com/office/drawing/2014/main" id="{9D66C2BD-DDE9-0B1A-0E15-BF017731226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2" name="Straight Connector 31">
              <a:extLst>
                <a:ext uri="{FF2B5EF4-FFF2-40B4-BE49-F238E27FC236}">
                  <a16:creationId xmlns:a16="http://schemas.microsoft.com/office/drawing/2014/main" id="{CC8D40C0-2BFA-BEF2-7F81-06CC1A36B651}"/>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1" name="Group 40">
            <a:extLst>
              <a:ext uri="{FF2B5EF4-FFF2-40B4-BE49-F238E27FC236}">
                <a16:creationId xmlns:a16="http://schemas.microsoft.com/office/drawing/2014/main" id="{C628F8F3-6EB6-CF0D-50B2-2327AAFFBBB7}"/>
              </a:ext>
            </a:extLst>
          </p:cNvPr>
          <p:cNvGrpSpPr/>
          <p:nvPr userDrawn="1"/>
        </p:nvGrpSpPr>
        <p:grpSpPr>
          <a:xfrm>
            <a:off x="6235530" y="4295080"/>
            <a:ext cx="2674276" cy="144735"/>
            <a:chOff x="380497" y="1888670"/>
            <a:chExt cx="2674276" cy="144735"/>
          </a:xfrm>
        </p:grpSpPr>
        <p:pic>
          <p:nvPicPr>
            <p:cNvPr id="42" name="Graphic 41">
              <a:extLst>
                <a:ext uri="{FF2B5EF4-FFF2-40B4-BE49-F238E27FC236}">
                  <a16:creationId xmlns:a16="http://schemas.microsoft.com/office/drawing/2014/main" id="{0D07153F-D5C7-D721-1AB1-2DF5B09F4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3" name="Straight Connector 42">
              <a:extLst>
                <a:ext uri="{FF2B5EF4-FFF2-40B4-BE49-F238E27FC236}">
                  <a16:creationId xmlns:a16="http://schemas.microsoft.com/office/drawing/2014/main" id="{53F9D71C-6021-2480-4F96-0C2A09A09550}"/>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4" name="Group 43">
            <a:extLst>
              <a:ext uri="{FF2B5EF4-FFF2-40B4-BE49-F238E27FC236}">
                <a16:creationId xmlns:a16="http://schemas.microsoft.com/office/drawing/2014/main" id="{5F7C9666-59B8-5402-B584-5173A3F499EF}"/>
              </a:ext>
            </a:extLst>
          </p:cNvPr>
          <p:cNvGrpSpPr/>
          <p:nvPr userDrawn="1"/>
        </p:nvGrpSpPr>
        <p:grpSpPr>
          <a:xfrm>
            <a:off x="9145410" y="4295080"/>
            <a:ext cx="2674276" cy="144735"/>
            <a:chOff x="380497" y="1888670"/>
            <a:chExt cx="2674276" cy="144735"/>
          </a:xfrm>
        </p:grpSpPr>
        <p:pic>
          <p:nvPicPr>
            <p:cNvPr id="45" name="Graphic 44">
              <a:extLst>
                <a:ext uri="{FF2B5EF4-FFF2-40B4-BE49-F238E27FC236}">
                  <a16:creationId xmlns:a16="http://schemas.microsoft.com/office/drawing/2014/main" id="{C03FB117-CE66-8C39-2944-E2142092645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6" name="Straight Connector 45">
              <a:extLst>
                <a:ext uri="{FF2B5EF4-FFF2-40B4-BE49-F238E27FC236}">
                  <a16:creationId xmlns:a16="http://schemas.microsoft.com/office/drawing/2014/main" id="{FF98A338-C339-17DA-B539-1ED654491204}"/>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2285799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markets serv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48" name="subtitle">
            <a:extLst>
              <a:ext uri="{FF2B5EF4-FFF2-40B4-BE49-F238E27FC236}">
                <a16:creationId xmlns:a16="http://schemas.microsoft.com/office/drawing/2014/main" id="{0B8A2AA5-AB6B-D22E-109D-2FC9E4F59A9D}"/>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5" name="Text Placeholder 1">
            <a:extLst>
              <a:ext uri="{FF2B5EF4-FFF2-40B4-BE49-F238E27FC236}">
                <a16:creationId xmlns:a16="http://schemas.microsoft.com/office/drawing/2014/main" id="{F74F962F-3F85-0E19-F4AE-679EA43B2D78}"/>
              </a:ext>
            </a:extLst>
          </p:cNvPr>
          <p:cNvSpPr>
            <a:spLocks noGrp="1"/>
          </p:cNvSpPr>
          <p:nvPr>
            <p:ph type="body" idx="1"/>
          </p:nvPr>
        </p:nvSpPr>
        <p:spPr>
          <a:xfrm>
            <a:off x="381000"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
            <a:extLst>
              <a:ext uri="{FF2B5EF4-FFF2-40B4-BE49-F238E27FC236}">
                <a16:creationId xmlns:a16="http://schemas.microsoft.com/office/drawing/2014/main" id="{F4565A5B-4420-7D81-6AC1-46BFCE46BC1E}"/>
              </a:ext>
            </a:extLst>
          </p:cNvPr>
          <p:cNvSpPr>
            <a:spLocks noGrp="1"/>
          </p:cNvSpPr>
          <p:nvPr>
            <p:ph sz="half" idx="16"/>
          </p:nvPr>
        </p:nvSpPr>
        <p:spPr>
          <a:xfrm>
            <a:off x="380497"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05C4DFB8-937C-8A72-275C-3EA91C53C347}"/>
              </a:ext>
            </a:extLst>
          </p:cNvPr>
          <p:cNvSpPr>
            <a:spLocks noGrp="1"/>
          </p:cNvSpPr>
          <p:nvPr>
            <p:ph type="body" sz="quarter" idx="3"/>
          </p:nvPr>
        </p:nvSpPr>
        <p:spPr>
          <a:xfrm>
            <a:off x="3310128"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Content Placeholder 2">
            <a:extLst>
              <a:ext uri="{FF2B5EF4-FFF2-40B4-BE49-F238E27FC236}">
                <a16:creationId xmlns:a16="http://schemas.microsoft.com/office/drawing/2014/main" id="{DB8AEE6D-529B-5A4C-9D4A-677F247D723F}"/>
              </a:ext>
            </a:extLst>
          </p:cNvPr>
          <p:cNvSpPr>
            <a:spLocks noGrp="1"/>
          </p:cNvSpPr>
          <p:nvPr>
            <p:ph sz="half" idx="18"/>
          </p:nvPr>
        </p:nvSpPr>
        <p:spPr>
          <a:xfrm>
            <a:off x="3310128"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
            <a:extLst>
              <a:ext uri="{FF2B5EF4-FFF2-40B4-BE49-F238E27FC236}">
                <a16:creationId xmlns:a16="http://schemas.microsoft.com/office/drawing/2014/main" id="{9A2860B7-9903-FFCC-D220-5B8C87323525}"/>
              </a:ext>
            </a:extLst>
          </p:cNvPr>
          <p:cNvSpPr>
            <a:spLocks noGrp="1"/>
          </p:cNvSpPr>
          <p:nvPr>
            <p:ph type="body" sz="quarter" idx="14"/>
          </p:nvPr>
        </p:nvSpPr>
        <p:spPr>
          <a:xfrm>
            <a:off x="6236208"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Content Placeholder 3">
            <a:extLst>
              <a:ext uri="{FF2B5EF4-FFF2-40B4-BE49-F238E27FC236}">
                <a16:creationId xmlns:a16="http://schemas.microsoft.com/office/drawing/2014/main" id="{17D5DE13-9F2F-BE84-25E7-25E1E5BADF3C}"/>
              </a:ext>
            </a:extLst>
          </p:cNvPr>
          <p:cNvSpPr>
            <a:spLocks noGrp="1"/>
          </p:cNvSpPr>
          <p:nvPr>
            <p:ph sz="half" idx="20"/>
          </p:nvPr>
        </p:nvSpPr>
        <p:spPr>
          <a:xfrm>
            <a:off x="6235186"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4">
            <a:extLst>
              <a:ext uri="{FF2B5EF4-FFF2-40B4-BE49-F238E27FC236}">
                <a16:creationId xmlns:a16="http://schemas.microsoft.com/office/drawing/2014/main" id="{82D1BFFD-8C54-6280-A395-B50B4D3AD86E}"/>
              </a:ext>
            </a:extLst>
          </p:cNvPr>
          <p:cNvSpPr>
            <a:spLocks noGrp="1"/>
          </p:cNvSpPr>
          <p:nvPr>
            <p:ph type="body" sz="quarter" idx="26"/>
          </p:nvPr>
        </p:nvSpPr>
        <p:spPr>
          <a:xfrm>
            <a:off x="9144000" y="3617667"/>
            <a:ext cx="2679192"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Content Placeholder 4">
            <a:extLst>
              <a:ext uri="{FF2B5EF4-FFF2-40B4-BE49-F238E27FC236}">
                <a16:creationId xmlns:a16="http://schemas.microsoft.com/office/drawing/2014/main" id="{3747E0D5-5B79-6207-DF53-5C77734A682E}"/>
              </a:ext>
            </a:extLst>
          </p:cNvPr>
          <p:cNvSpPr>
            <a:spLocks noGrp="1"/>
          </p:cNvSpPr>
          <p:nvPr>
            <p:ph sz="half" idx="22"/>
          </p:nvPr>
        </p:nvSpPr>
        <p:spPr>
          <a:xfrm>
            <a:off x="9144000" y="4585145"/>
            <a:ext cx="2679192" cy="1691509"/>
          </a:xfrm>
        </p:spPr>
        <p:txBody>
          <a:bodyPr>
            <a:normAutofit/>
          </a:bodyPr>
          <a:lstStyle>
            <a:lvl1pPr>
              <a:spcAft>
                <a:spcPts val="500"/>
              </a:spcAft>
              <a:defRPr sz="1050" b="0">
                <a:latin typeface="+mj-lt"/>
              </a:defRPr>
            </a:lvl1pPr>
            <a:lvl2pPr marL="1588" indent="0">
              <a:buNone/>
              <a:defRPr sz="1050" b="0"/>
            </a:lvl2pPr>
            <a:lvl3pPr marL="230188" indent="-228600">
              <a:defRPr sz="1050" b="0"/>
            </a:lvl3pPr>
            <a:lvl4pPr marL="457200" indent="-228600">
              <a:defRPr sz="1050" b="0"/>
            </a:lvl4pPr>
            <a:lvl5pPr marL="687388" indent="-228600">
              <a:defRPr sz="105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4295080"/>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AACA8C55-161F-DE41-2794-023369E7C3A7}"/>
              </a:ext>
            </a:extLst>
          </p:cNvPr>
          <p:cNvGrpSpPr/>
          <p:nvPr/>
        </p:nvGrpSpPr>
        <p:grpSpPr>
          <a:xfrm>
            <a:off x="3305556" y="4295080"/>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4295080"/>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4295080"/>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 name="Group 2">
            <a:extLst>
              <a:ext uri="{FF2B5EF4-FFF2-40B4-BE49-F238E27FC236}">
                <a16:creationId xmlns:a16="http://schemas.microsoft.com/office/drawing/2014/main" id="{8C4DDBDA-7DF5-FFDE-DCDD-A31632F2B610}"/>
              </a:ext>
            </a:extLst>
          </p:cNvPr>
          <p:cNvGrpSpPr/>
          <p:nvPr userDrawn="1"/>
        </p:nvGrpSpPr>
        <p:grpSpPr>
          <a:xfrm>
            <a:off x="380497" y="4295080"/>
            <a:ext cx="2674276" cy="144735"/>
            <a:chOff x="380497" y="1888670"/>
            <a:chExt cx="2674276" cy="144735"/>
          </a:xfrm>
        </p:grpSpPr>
        <p:pic>
          <p:nvPicPr>
            <p:cNvPr id="4" name="Graphic 3">
              <a:extLst>
                <a:ext uri="{FF2B5EF4-FFF2-40B4-BE49-F238E27FC236}">
                  <a16:creationId xmlns:a16="http://schemas.microsoft.com/office/drawing/2014/main" id="{7DF216DC-AAB6-4135-2387-E8FD457769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 name="Straight Connector 4">
              <a:extLst>
                <a:ext uri="{FF2B5EF4-FFF2-40B4-BE49-F238E27FC236}">
                  <a16:creationId xmlns:a16="http://schemas.microsoft.com/office/drawing/2014/main" id="{84F2BD47-51F2-0DFB-15FD-2B3B54CBEFD1}"/>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8" name="Picture 7" descr="A black background with yellow letters&#10;&#10;AI-generated content may be incorrect.">
            <a:extLst>
              <a:ext uri="{FF2B5EF4-FFF2-40B4-BE49-F238E27FC236}">
                <a16:creationId xmlns:a16="http://schemas.microsoft.com/office/drawing/2014/main" id="{704CDE96-E7B9-17ED-85AA-C0C68BBAB2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9" name="Straight Connector 8">
            <a:extLst>
              <a:ext uri="{FF2B5EF4-FFF2-40B4-BE49-F238E27FC236}">
                <a16:creationId xmlns:a16="http://schemas.microsoft.com/office/drawing/2014/main" id="{F87D9BD7-48AC-4496-A020-0AF27866A522}"/>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7E4359F-188F-2076-ED4F-F3C9B2FB0810}"/>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6" name="Group 15">
            <a:extLst>
              <a:ext uri="{FF2B5EF4-FFF2-40B4-BE49-F238E27FC236}">
                <a16:creationId xmlns:a16="http://schemas.microsoft.com/office/drawing/2014/main" id="{32F22BBF-3B65-D477-C6C1-42DF3D49C2EF}"/>
              </a:ext>
            </a:extLst>
          </p:cNvPr>
          <p:cNvGrpSpPr/>
          <p:nvPr userDrawn="1"/>
        </p:nvGrpSpPr>
        <p:grpSpPr>
          <a:xfrm>
            <a:off x="3305556" y="4295080"/>
            <a:ext cx="2674276" cy="144735"/>
            <a:chOff x="380497" y="1888670"/>
            <a:chExt cx="2674276" cy="144735"/>
          </a:xfrm>
        </p:grpSpPr>
        <p:pic>
          <p:nvPicPr>
            <p:cNvPr id="23" name="Graphic 22">
              <a:extLst>
                <a:ext uri="{FF2B5EF4-FFF2-40B4-BE49-F238E27FC236}">
                  <a16:creationId xmlns:a16="http://schemas.microsoft.com/office/drawing/2014/main" id="{9D66C2BD-DDE9-0B1A-0E15-BF017731226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2" name="Straight Connector 31">
              <a:extLst>
                <a:ext uri="{FF2B5EF4-FFF2-40B4-BE49-F238E27FC236}">
                  <a16:creationId xmlns:a16="http://schemas.microsoft.com/office/drawing/2014/main" id="{CC8D40C0-2BFA-BEF2-7F81-06CC1A36B651}"/>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1" name="Group 40">
            <a:extLst>
              <a:ext uri="{FF2B5EF4-FFF2-40B4-BE49-F238E27FC236}">
                <a16:creationId xmlns:a16="http://schemas.microsoft.com/office/drawing/2014/main" id="{C628F8F3-6EB6-CF0D-50B2-2327AAFFBBB7}"/>
              </a:ext>
            </a:extLst>
          </p:cNvPr>
          <p:cNvGrpSpPr/>
          <p:nvPr userDrawn="1"/>
        </p:nvGrpSpPr>
        <p:grpSpPr>
          <a:xfrm>
            <a:off x="6235530" y="4295080"/>
            <a:ext cx="2674276" cy="144735"/>
            <a:chOff x="380497" y="1888670"/>
            <a:chExt cx="2674276" cy="144735"/>
          </a:xfrm>
        </p:grpSpPr>
        <p:pic>
          <p:nvPicPr>
            <p:cNvPr id="42" name="Graphic 41">
              <a:extLst>
                <a:ext uri="{FF2B5EF4-FFF2-40B4-BE49-F238E27FC236}">
                  <a16:creationId xmlns:a16="http://schemas.microsoft.com/office/drawing/2014/main" id="{0D07153F-D5C7-D721-1AB1-2DF5B09F4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3" name="Straight Connector 42">
              <a:extLst>
                <a:ext uri="{FF2B5EF4-FFF2-40B4-BE49-F238E27FC236}">
                  <a16:creationId xmlns:a16="http://schemas.microsoft.com/office/drawing/2014/main" id="{53F9D71C-6021-2480-4F96-0C2A09A09550}"/>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4" name="Group 43">
            <a:extLst>
              <a:ext uri="{FF2B5EF4-FFF2-40B4-BE49-F238E27FC236}">
                <a16:creationId xmlns:a16="http://schemas.microsoft.com/office/drawing/2014/main" id="{5F7C9666-59B8-5402-B584-5173A3F499EF}"/>
              </a:ext>
            </a:extLst>
          </p:cNvPr>
          <p:cNvGrpSpPr/>
          <p:nvPr userDrawn="1"/>
        </p:nvGrpSpPr>
        <p:grpSpPr>
          <a:xfrm>
            <a:off x="9145410" y="4295080"/>
            <a:ext cx="2674276" cy="144735"/>
            <a:chOff x="380497" y="1888670"/>
            <a:chExt cx="2674276" cy="144735"/>
          </a:xfrm>
        </p:grpSpPr>
        <p:pic>
          <p:nvPicPr>
            <p:cNvPr id="45" name="Graphic 44">
              <a:extLst>
                <a:ext uri="{FF2B5EF4-FFF2-40B4-BE49-F238E27FC236}">
                  <a16:creationId xmlns:a16="http://schemas.microsoft.com/office/drawing/2014/main" id="{C03FB117-CE66-8C39-2944-E2142092645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6" name="Straight Connector 45">
              <a:extLst>
                <a:ext uri="{FF2B5EF4-FFF2-40B4-BE49-F238E27FC236}">
                  <a16:creationId xmlns:a16="http://schemas.microsoft.com/office/drawing/2014/main" id="{FF98A338-C339-17DA-B539-1ED654491204}"/>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49" name="Picture Placeholder 48">
            <a:extLst>
              <a:ext uri="{FF2B5EF4-FFF2-40B4-BE49-F238E27FC236}">
                <a16:creationId xmlns:a16="http://schemas.microsoft.com/office/drawing/2014/main" id="{FFD5C261-CB08-4CB8-36DE-F7DA349356F5}"/>
              </a:ext>
            </a:extLst>
          </p:cNvPr>
          <p:cNvSpPr>
            <a:spLocks noGrp="1"/>
          </p:cNvSpPr>
          <p:nvPr>
            <p:ph type="pic" sz="quarter" idx="17"/>
          </p:nvPr>
        </p:nvSpPr>
        <p:spPr>
          <a:xfrm>
            <a:off x="380497" y="1684570"/>
            <a:ext cx="2674276" cy="1933097"/>
          </a:xfrm>
          <a:custGeom>
            <a:avLst/>
            <a:gdLst>
              <a:gd name="connsiteX0" fmla="*/ 0 w 2674276"/>
              <a:gd name="connsiteY0" fmla="*/ 0 h 1933097"/>
              <a:gd name="connsiteX1" fmla="*/ 2249302 w 2674276"/>
              <a:gd name="connsiteY1" fmla="*/ 0 h 1933097"/>
              <a:gd name="connsiteX2" fmla="*/ 2674276 w 2674276"/>
              <a:gd name="connsiteY2" fmla="*/ 224987 h 1933097"/>
              <a:gd name="connsiteX3" fmla="*/ 2674276 w 2674276"/>
              <a:gd name="connsiteY3" fmla="*/ 1933097 h 1933097"/>
              <a:gd name="connsiteX4" fmla="*/ 0 w 2674276"/>
              <a:gd name="connsiteY4" fmla="*/ 1933097 h 1933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1933097">
                <a:moveTo>
                  <a:pt x="0" y="0"/>
                </a:moveTo>
                <a:lnTo>
                  <a:pt x="2249302" y="0"/>
                </a:lnTo>
                <a:lnTo>
                  <a:pt x="2674276" y="224987"/>
                </a:lnTo>
                <a:lnTo>
                  <a:pt x="2674276" y="1933097"/>
                </a:lnTo>
                <a:lnTo>
                  <a:pt x="0" y="1933097"/>
                </a:lnTo>
                <a:close/>
              </a:path>
            </a:pathLst>
          </a:custGeom>
          <a:ln>
            <a:noFill/>
          </a:ln>
        </p:spPr>
        <p:txBody>
          <a:bodyPr wrap="square">
            <a:noAutofit/>
          </a:bodyPr>
          <a:lstStyle/>
          <a:p>
            <a:r>
              <a:rPr lang="en-US"/>
              <a:t>Click icon to add picture</a:t>
            </a:r>
          </a:p>
        </p:txBody>
      </p:sp>
      <p:sp>
        <p:nvSpPr>
          <p:cNvPr id="50" name="Picture Placeholder 49">
            <a:extLst>
              <a:ext uri="{FF2B5EF4-FFF2-40B4-BE49-F238E27FC236}">
                <a16:creationId xmlns:a16="http://schemas.microsoft.com/office/drawing/2014/main" id="{8E89B0C5-1809-97F6-90CB-4EF3B1C44839}"/>
              </a:ext>
            </a:extLst>
          </p:cNvPr>
          <p:cNvSpPr>
            <a:spLocks noGrp="1"/>
          </p:cNvSpPr>
          <p:nvPr>
            <p:ph type="pic" sz="quarter" idx="27"/>
          </p:nvPr>
        </p:nvSpPr>
        <p:spPr>
          <a:xfrm>
            <a:off x="3312586" y="1684570"/>
            <a:ext cx="2674276" cy="1933097"/>
          </a:xfrm>
          <a:custGeom>
            <a:avLst/>
            <a:gdLst>
              <a:gd name="connsiteX0" fmla="*/ 0 w 2674276"/>
              <a:gd name="connsiteY0" fmla="*/ 0 h 1933097"/>
              <a:gd name="connsiteX1" fmla="*/ 2249302 w 2674276"/>
              <a:gd name="connsiteY1" fmla="*/ 0 h 1933097"/>
              <a:gd name="connsiteX2" fmla="*/ 2674276 w 2674276"/>
              <a:gd name="connsiteY2" fmla="*/ 224987 h 1933097"/>
              <a:gd name="connsiteX3" fmla="*/ 2674276 w 2674276"/>
              <a:gd name="connsiteY3" fmla="*/ 1933097 h 1933097"/>
              <a:gd name="connsiteX4" fmla="*/ 0 w 2674276"/>
              <a:gd name="connsiteY4" fmla="*/ 1933097 h 1933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1933097">
                <a:moveTo>
                  <a:pt x="0" y="0"/>
                </a:moveTo>
                <a:lnTo>
                  <a:pt x="2249302" y="0"/>
                </a:lnTo>
                <a:lnTo>
                  <a:pt x="2674276" y="224987"/>
                </a:lnTo>
                <a:lnTo>
                  <a:pt x="2674276" y="1933097"/>
                </a:lnTo>
                <a:lnTo>
                  <a:pt x="0" y="1933097"/>
                </a:lnTo>
                <a:close/>
              </a:path>
            </a:pathLst>
          </a:custGeom>
          <a:ln>
            <a:noFill/>
          </a:ln>
        </p:spPr>
        <p:txBody>
          <a:bodyPr wrap="square">
            <a:noAutofit/>
          </a:bodyPr>
          <a:lstStyle/>
          <a:p>
            <a:r>
              <a:rPr lang="en-US"/>
              <a:t>Click icon to add picture</a:t>
            </a:r>
          </a:p>
        </p:txBody>
      </p:sp>
      <p:sp>
        <p:nvSpPr>
          <p:cNvPr id="51" name="Picture Placeholder 50">
            <a:extLst>
              <a:ext uri="{FF2B5EF4-FFF2-40B4-BE49-F238E27FC236}">
                <a16:creationId xmlns:a16="http://schemas.microsoft.com/office/drawing/2014/main" id="{7A8F1003-71FA-17A1-B481-8D3F5E6BAE5D}"/>
              </a:ext>
            </a:extLst>
          </p:cNvPr>
          <p:cNvSpPr>
            <a:spLocks noGrp="1"/>
          </p:cNvSpPr>
          <p:nvPr>
            <p:ph type="pic" sz="quarter" idx="28"/>
          </p:nvPr>
        </p:nvSpPr>
        <p:spPr>
          <a:xfrm>
            <a:off x="6228139" y="1684570"/>
            <a:ext cx="2674276" cy="1933097"/>
          </a:xfrm>
          <a:custGeom>
            <a:avLst/>
            <a:gdLst>
              <a:gd name="connsiteX0" fmla="*/ 0 w 2674276"/>
              <a:gd name="connsiteY0" fmla="*/ 0 h 1933097"/>
              <a:gd name="connsiteX1" fmla="*/ 2249302 w 2674276"/>
              <a:gd name="connsiteY1" fmla="*/ 0 h 1933097"/>
              <a:gd name="connsiteX2" fmla="*/ 2674276 w 2674276"/>
              <a:gd name="connsiteY2" fmla="*/ 224987 h 1933097"/>
              <a:gd name="connsiteX3" fmla="*/ 2674276 w 2674276"/>
              <a:gd name="connsiteY3" fmla="*/ 1933097 h 1933097"/>
              <a:gd name="connsiteX4" fmla="*/ 0 w 2674276"/>
              <a:gd name="connsiteY4" fmla="*/ 1933097 h 1933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1933097">
                <a:moveTo>
                  <a:pt x="0" y="0"/>
                </a:moveTo>
                <a:lnTo>
                  <a:pt x="2249302" y="0"/>
                </a:lnTo>
                <a:lnTo>
                  <a:pt x="2674276" y="224987"/>
                </a:lnTo>
                <a:lnTo>
                  <a:pt x="2674276" y="1933097"/>
                </a:lnTo>
                <a:lnTo>
                  <a:pt x="0" y="1933097"/>
                </a:lnTo>
                <a:close/>
              </a:path>
            </a:pathLst>
          </a:custGeom>
          <a:ln>
            <a:noFill/>
          </a:ln>
        </p:spPr>
        <p:txBody>
          <a:bodyPr wrap="square">
            <a:noAutofit/>
          </a:bodyPr>
          <a:lstStyle/>
          <a:p>
            <a:r>
              <a:rPr lang="en-US"/>
              <a:t>Click icon to add picture</a:t>
            </a:r>
          </a:p>
        </p:txBody>
      </p:sp>
      <p:sp>
        <p:nvSpPr>
          <p:cNvPr id="52" name="Picture Placeholder 51">
            <a:extLst>
              <a:ext uri="{FF2B5EF4-FFF2-40B4-BE49-F238E27FC236}">
                <a16:creationId xmlns:a16="http://schemas.microsoft.com/office/drawing/2014/main" id="{D68304E0-A28B-A549-46F6-4CDB165B7618}"/>
              </a:ext>
            </a:extLst>
          </p:cNvPr>
          <p:cNvSpPr>
            <a:spLocks noGrp="1"/>
          </p:cNvSpPr>
          <p:nvPr>
            <p:ph type="pic" sz="quarter" idx="29"/>
          </p:nvPr>
        </p:nvSpPr>
        <p:spPr>
          <a:xfrm>
            <a:off x="9159145" y="1684570"/>
            <a:ext cx="2674276" cy="1933097"/>
          </a:xfrm>
          <a:custGeom>
            <a:avLst/>
            <a:gdLst>
              <a:gd name="connsiteX0" fmla="*/ 0 w 2674276"/>
              <a:gd name="connsiteY0" fmla="*/ 0 h 1933097"/>
              <a:gd name="connsiteX1" fmla="*/ 2249302 w 2674276"/>
              <a:gd name="connsiteY1" fmla="*/ 0 h 1933097"/>
              <a:gd name="connsiteX2" fmla="*/ 2674276 w 2674276"/>
              <a:gd name="connsiteY2" fmla="*/ 224987 h 1933097"/>
              <a:gd name="connsiteX3" fmla="*/ 2674276 w 2674276"/>
              <a:gd name="connsiteY3" fmla="*/ 1933097 h 1933097"/>
              <a:gd name="connsiteX4" fmla="*/ 0 w 2674276"/>
              <a:gd name="connsiteY4" fmla="*/ 1933097 h 1933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276" h="1933097">
                <a:moveTo>
                  <a:pt x="0" y="0"/>
                </a:moveTo>
                <a:lnTo>
                  <a:pt x="2249302" y="0"/>
                </a:lnTo>
                <a:lnTo>
                  <a:pt x="2674276" y="224987"/>
                </a:lnTo>
                <a:lnTo>
                  <a:pt x="2674276" y="1933097"/>
                </a:lnTo>
                <a:lnTo>
                  <a:pt x="0" y="1933097"/>
                </a:lnTo>
                <a:close/>
              </a:path>
            </a:pathLst>
          </a:custGeom>
          <a:ln>
            <a:noFill/>
          </a:ln>
        </p:spPr>
        <p:txBody>
          <a:bodyPr wrap="square">
            <a:noAutofit/>
          </a:bodyPr>
          <a:lstStyle/>
          <a:p>
            <a:r>
              <a:rPr lang="en-US"/>
              <a:t>Click icon to add picture</a:t>
            </a:r>
          </a:p>
        </p:txBody>
      </p:sp>
    </p:spTree>
    <p:extLst>
      <p:ext uri="{BB962C8B-B14F-4D97-AF65-F5344CB8AC3E}">
        <p14:creationId xmlns:p14="http://schemas.microsoft.com/office/powerpoint/2010/main" val="192298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wo Content+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23" name="Text Placeholder 8">
            <a:extLst>
              <a:ext uri="{FF2B5EF4-FFF2-40B4-BE49-F238E27FC236}">
                <a16:creationId xmlns:a16="http://schemas.microsoft.com/office/drawing/2014/main" id="{4495A835-E3BB-3BD3-B334-19374953DBBA}"/>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1">
            <a:extLst>
              <a:ext uri="{FF2B5EF4-FFF2-40B4-BE49-F238E27FC236}">
                <a16:creationId xmlns:a16="http://schemas.microsoft.com/office/drawing/2014/main" id="{BB444D3B-7904-9557-A9BD-B293FEBC1313}"/>
              </a:ext>
            </a:extLst>
          </p:cNvPr>
          <p:cNvSpPr>
            <a:spLocks noGrp="1"/>
          </p:cNvSpPr>
          <p:nvPr>
            <p:ph sz="half" idx="1"/>
          </p:nvPr>
        </p:nvSpPr>
        <p:spPr>
          <a:xfrm>
            <a:off x="380497" y="2723356"/>
            <a:ext cx="5571267" cy="3608616"/>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
            <a:extLst>
              <a:ext uri="{FF2B5EF4-FFF2-40B4-BE49-F238E27FC236}">
                <a16:creationId xmlns:a16="http://schemas.microsoft.com/office/drawing/2014/main" id="{332F90AC-E09F-39D7-CEE7-2A10C5FB0766}"/>
              </a:ext>
            </a:extLst>
          </p:cNvPr>
          <p:cNvSpPr>
            <a:spLocks noGrp="1"/>
          </p:cNvSpPr>
          <p:nvPr>
            <p:ph sz="half" idx="15"/>
          </p:nvPr>
        </p:nvSpPr>
        <p:spPr>
          <a:xfrm>
            <a:off x="6236208" y="2723356"/>
            <a:ext cx="5571267" cy="3608616"/>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2433291"/>
            <a:ext cx="5587658" cy="144735"/>
            <a:chOff x="380497" y="1888670"/>
            <a:chExt cx="5587658"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E4B08910-733A-A6EC-5402-3B9C8B2CC469}"/>
              </a:ext>
            </a:extLst>
          </p:cNvPr>
          <p:cNvGrpSpPr/>
          <p:nvPr/>
        </p:nvGrpSpPr>
        <p:grpSpPr>
          <a:xfrm>
            <a:off x="6220113" y="2433291"/>
            <a:ext cx="5587658" cy="144735"/>
            <a:chOff x="380497" y="1888670"/>
            <a:chExt cx="5587658" cy="144735"/>
          </a:xfrm>
        </p:grpSpPr>
        <p:pic>
          <p:nvPicPr>
            <p:cNvPr id="18" name="Graphic 17">
              <a:extLst>
                <a:ext uri="{FF2B5EF4-FFF2-40B4-BE49-F238E27FC236}">
                  <a16:creationId xmlns:a16="http://schemas.microsoft.com/office/drawing/2014/main" id="{74AE458B-5904-1A90-FE64-3CD4D852FF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9" name="Straight Connector 18">
              <a:extLst>
                <a:ext uri="{FF2B5EF4-FFF2-40B4-BE49-F238E27FC236}">
                  <a16:creationId xmlns:a16="http://schemas.microsoft.com/office/drawing/2014/main" id="{452413AA-1ABF-0A87-96EB-CCC979223B68}"/>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Picture Placeholder 13">
            <a:extLst>
              <a:ext uri="{FF2B5EF4-FFF2-40B4-BE49-F238E27FC236}">
                <a16:creationId xmlns:a16="http://schemas.microsoft.com/office/drawing/2014/main" id="{CEC2A0CA-AD1A-EB4E-0DA0-33871D46C8C5}"/>
              </a:ext>
            </a:extLst>
          </p:cNvPr>
          <p:cNvSpPr>
            <a:spLocks noGrp="1"/>
          </p:cNvSpPr>
          <p:nvPr>
            <p:ph type="pic" sz="quarter" idx="16" hasCustomPrompt="1"/>
          </p:nvPr>
        </p:nvSpPr>
        <p:spPr>
          <a:xfrm>
            <a:off x="369000" y="1883969"/>
            <a:ext cx="457200" cy="457200"/>
          </a:xfrm>
        </p:spPr>
        <p:txBody>
          <a:bodyPr anchor="t">
            <a:normAutofit/>
          </a:bodyPr>
          <a:lstStyle>
            <a:lvl1pPr marL="0" indent="0" algn="ctr">
              <a:buNone/>
              <a:defRPr sz="800">
                <a:latin typeface="+mn-lt"/>
              </a:defRPr>
            </a:lvl1pPr>
          </a:lstStyle>
          <a:p>
            <a:r>
              <a:rPr lang="en-US"/>
              <a:t>ICON</a:t>
            </a:r>
          </a:p>
        </p:txBody>
      </p:sp>
      <p:sp>
        <p:nvSpPr>
          <p:cNvPr id="5" name="Picture Placeholder 13">
            <a:extLst>
              <a:ext uri="{FF2B5EF4-FFF2-40B4-BE49-F238E27FC236}">
                <a16:creationId xmlns:a16="http://schemas.microsoft.com/office/drawing/2014/main" id="{4CCF9B7C-CDDC-21AC-79C8-EE1A5BDC9236}"/>
              </a:ext>
            </a:extLst>
          </p:cNvPr>
          <p:cNvSpPr>
            <a:spLocks noGrp="1"/>
          </p:cNvSpPr>
          <p:nvPr>
            <p:ph type="pic" sz="quarter" idx="17" hasCustomPrompt="1"/>
          </p:nvPr>
        </p:nvSpPr>
        <p:spPr>
          <a:xfrm>
            <a:off x="6200452" y="1883969"/>
            <a:ext cx="457200" cy="457200"/>
          </a:xfrm>
        </p:spPr>
        <p:txBody>
          <a:bodyPr anchor="t">
            <a:normAutofit/>
          </a:bodyPr>
          <a:lstStyle>
            <a:lvl1pPr marL="0" indent="0" algn="ctr">
              <a:buNone/>
              <a:defRPr sz="800">
                <a:latin typeface="+mn-lt"/>
              </a:defRPr>
            </a:lvl1pPr>
          </a:lstStyle>
          <a:p>
            <a:r>
              <a:rPr lang="en-US"/>
              <a:t>ICON</a:t>
            </a:r>
          </a:p>
        </p:txBody>
      </p:sp>
      <p:grpSp>
        <p:nvGrpSpPr>
          <p:cNvPr id="8" name="Group 7">
            <a:extLst>
              <a:ext uri="{FF2B5EF4-FFF2-40B4-BE49-F238E27FC236}">
                <a16:creationId xmlns:a16="http://schemas.microsoft.com/office/drawing/2014/main" id="{8AD4C6F1-96B2-DF6A-BC8F-C1299B5833F5}"/>
              </a:ext>
            </a:extLst>
          </p:cNvPr>
          <p:cNvGrpSpPr/>
          <p:nvPr userDrawn="1"/>
        </p:nvGrpSpPr>
        <p:grpSpPr>
          <a:xfrm>
            <a:off x="380497" y="2433291"/>
            <a:ext cx="5587658" cy="144735"/>
            <a:chOff x="380497" y="1888670"/>
            <a:chExt cx="5587658" cy="144735"/>
          </a:xfrm>
        </p:grpSpPr>
        <p:pic>
          <p:nvPicPr>
            <p:cNvPr id="9" name="Graphic 8">
              <a:extLst>
                <a:ext uri="{FF2B5EF4-FFF2-40B4-BE49-F238E27FC236}">
                  <a16:creationId xmlns:a16="http://schemas.microsoft.com/office/drawing/2014/main" id="{A3746CB7-DCC3-8025-79D2-EC430959CE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3" name="Straight Connector 12">
              <a:extLst>
                <a:ext uri="{FF2B5EF4-FFF2-40B4-BE49-F238E27FC236}">
                  <a16:creationId xmlns:a16="http://schemas.microsoft.com/office/drawing/2014/main" id="{7EBB8A33-F007-CD3A-13C2-A9D19974F8A2}"/>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161DB37C-5CA7-A6C4-A429-EBAD26989963}"/>
              </a:ext>
            </a:extLst>
          </p:cNvPr>
          <p:cNvGrpSpPr/>
          <p:nvPr userDrawn="1"/>
        </p:nvGrpSpPr>
        <p:grpSpPr>
          <a:xfrm>
            <a:off x="6220113" y="2433291"/>
            <a:ext cx="5587658" cy="144735"/>
            <a:chOff x="380497" y="1888670"/>
            <a:chExt cx="5587658" cy="144735"/>
          </a:xfrm>
        </p:grpSpPr>
        <p:pic>
          <p:nvPicPr>
            <p:cNvPr id="15" name="Graphic 14">
              <a:extLst>
                <a:ext uri="{FF2B5EF4-FFF2-40B4-BE49-F238E27FC236}">
                  <a16:creationId xmlns:a16="http://schemas.microsoft.com/office/drawing/2014/main" id="{5269B813-982B-6E20-26AE-B23AAB95CB2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58FFB0B8-164F-2237-1DD7-04EF6BABFAC7}"/>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4" name="Picture 23" descr="A black background with yellow letters&#10;&#10;AI-generated content may be incorrect.">
            <a:extLst>
              <a:ext uri="{FF2B5EF4-FFF2-40B4-BE49-F238E27FC236}">
                <a16:creationId xmlns:a16="http://schemas.microsoft.com/office/drawing/2014/main" id="{9B768FAB-8D27-A582-49AE-7083184282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6" name="Straight Connector 25">
            <a:extLst>
              <a:ext uri="{FF2B5EF4-FFF2-40B4-BE49-F238E27FC236}">
                <a16:creationId xmlns:a16="http://schemas.microsoft.com/office/drawing/2014/main" id="{9FC3E4EB-BE76-96A1-1A3A-54C2A035F949}"/>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158C2FD-8B07-CCD5-6960-517CF1207E52}"/>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8651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504" userDrawn="1">
          <p15:clr>
            <a:srgbClr val="5ACBF0"/>
          </p15:clr>
        </p15:guide>
        <p15:guide id="12" pos="3912" userDrawn="1">
          <p15:clr>
            <a:srgbClr val="5ACBF0"/>
          </p15:clr>
        </p15:guide>
        <p15:guide id="13" pos="4176" userDrawn="1">
          <p15:clr>
            <a:srgbClr val="5ACBF0"/>
          </p15:clr>
        </p15:guide>
        <p15:guide id="14" orient="horz" pos="1464" userDrawn="1">
          <p15:clr>
            <a:srgbClr val="5ACBF0"/>
          </p15:clr>
        </p15:guide>
        <p15:guide id="15" orient="horz" pos="1200"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hree Content+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26" name="Text Placeholder 8">
            <a:extLst>
              <a:ext uri="{FF2B5EF4-FFF2-40B4-BE49-F238E27FC236}">
                <a16:creationId xmlns:a16="http://schemas.microsoft.com/office/drawing/2014/main" id="{AE2E86BB-A253-DAED-5C1F-2F23AF9E2750}"/>
              </a:ext>
            </a:extLst>
          </p:cNvPr>
          <p:cNvSpPr>
            <a:spLocks noGrp="1"/>
          </p:cNvSpPr>
          <p:nvPr>
            <p:ph type="body" sz="quarter" idx="14"/>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13" name="Content Placeholder 1">
            <a:extLst>
              <a:ext uri="{FF2B5EF4-FFF2-40B4-BE49-F238E27FC236}">
                <a16:creationId xmlns:a16="http://schemas.microsoft.com/office/drawing/2014/main" id="{621CEAD3-1224-F371-D820-D74A5D847D96}"/>
              </a:ext>
            </a:extLst>
          </p:cNvPr>
          <p:cNvSpPr>
            <a:spLocks noGrp="1"/>
          </p:cNvSpPr>
          <p:nvPr>
            <p:ph sz="half" idx="15"/>
          </p:nvPr>
        </p:nvSpPr>
        <p:spPr>
          <a:xfrm>
            <a:off x="380497" y="2726459"/>
            <a:ext cx="3630168"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6D21E1BD-01C7-D533-8FA4-3354F33047AD}"/>
              </a:ext>
            </a:extLst>
          </p:cNvPr>
          <p:cNvSpPr>
            <a:spLocks noGrp="1"/>
          </p:cNvSpPr>
          <p:nvPr>
            <p:ph sz="half" idx="17"/>
          </p:nvPr>
        </p:nvSpPr>
        <p:spPr>
          <a:xfrm>
            <a:off x="4279392" y="2726459"/>
            <a:ext cx="3630168"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
            <a:extLst>
              <a:ext uri="{FF2B5EF4-FFF2-40B4-BE49-F238E27FC236}">
                <a16:creationId xmlns:a16="http://schemas.microsoft.com/office/drawing/2014/main" id="{DFF30149-77E4-42A3-E056-ECFE25B05153}"/>
              </a:ext>
            </a:extLst>
          </p:cNvPr>
          <p:cNvSpPr>
            <a:spLocks noGrp="1"/>
          </p:cNvSpPr>
          <p:nvPr>
            <p:ph sz="half" idx="19"/>
          </p:nvPr>
        </p:nvSpPr>
        <p:spPr>
          <a:xfrm>
            <a:off x="8174736" y="2726459"/>
            <a:ext cx="3630168"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2436395"/>
            <a:ext cx="3654867" cy="144735"/>
            <a:chOff x="380497" y="1888670"/>
            <a:chExt cx="3654867"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AACE09BF-0390-B5DF-26BE-17225E405559}"/>
              </a:ext>
            </a:extLst>
          </p:cNvPr>
          <p:cNvGrpSpPr/>
          <p:nvPr/>
        </p:nvGrpSpPr>
        <p:grpSpPr>
          <a:xfrm>
            <a:off x="4279827" y="2436395"/>
            <a:ext cx="3654867" cy="144735"/>
            <a:chOff x="380497" y="1888670"/>
            <a:chExt cx="3654867" cy="144735"/>
          </a:xfrm>
        </p:grpSpPr>
        <p:pic>
          <p:nvPicPr>
            <p:cNvPr id="15" name="Graphic 14">
              <a:extLst>
                <a:ext uri="{FF2B5EF4-FFF2-40B4-BE49-F238E27FC236}">
                  <a16:creationId xmlns:a16="http://schemas.microsoft.com/office/drawing/2014/main" id="{9CAFA37F-6661-8928-448B-4FEA64F07A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BD63CBAA-6F2E-130B-6E07-605C4699F176}"/>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3" name="Group 22">
            <a:extLst>
              <a:ext uri="{FF2B5EF4-FFF2-40B4-BE49-F238E27FC236}">
                <a16:creationId xmlns:a16="http://schemas.microsoft.com/office/drawing/2014/main" id="{1D15A6E9-EE93-0C89-172F-1204B40364C3}"/>
              </a:ext>
            </a:extLst>
          </p:cNvPr>
          <p:cNvGrpSpPr/>
          <p:nvPr/>
        </p:nvGrpSpPr>
        <p:grpSpPr>
          <a:xfrm>
            <a:off x="8177603" y="2436395"/>
            <a:ext cx="3654867" cy="144735"/>
            <a:chOff x="380497" y="1888670"/>
            <a:chExt cx="3654867" cy="144735"/>
          </a:xfrm>
        </p:grpSpPr>
        <p:pic>
          <p:nvPicPr>
            <p:cNvPr id="24" name="Graphic 23">
              <a:extLst>
                <a:ext uri="{FF2B5EF4-FFF2-40B4-BE49-F238E27FC236}">
                  <a16:creationId xmlns:a16="http://schemas.microsoft.com/office/drawing/2014/main" id="{7EEE6408-09D1-A8F6-1F25-708FC6BD95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CD7928AC-B040-05DA-27DE-99154C21996C}"/>
                </a:ext>
              </a:extLst>
            </p:cNvPr>
            <p:cNvCxnSpPr>
              <a:cxnSpLocks/>
            </p:cNvCxnSpPr>
            <p:nvPr/>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3" name="Picture Placeholder 13">
            <a:extLst>
              <a:ext uri="{FF2B5EF4-FFF2-40B4-BE49-F238E27FC236}">
                <a16:creationId xmlns:a16="http://schemas.microsoft.com/office/drawing/2014/main" id="{F82A5059-C025-D6E4-FFAA-C63F34A38267}"/>
              </a:ext>
            </a:extLst>
          </p:cNvPr>
          <p:cNvSpPr>
            <a:spLocks noGrp="1"/>
          </p:cNvSpPr>
          <p:nvPr>
            <p:ph type="pic" sz="quarter" idx="16" hasCustomPrompt="1"/>
          </p:nvPr>
        </p:nvSpPr>
        <p:spPr>
          <a:xfrm>
            <a:off x="369000" y="1883969"/>
            <a:ext cx="457200" cy="457200"/>
          </a:xfrm>
        </p:spPr>
        <p:txBody>
          <a:bodyPr anchor="t">
            <a:normAutofit/>
          </a:bodyPr>
          <a:lstStyle>
            <a:lvl1pPr marL="0" indent="0" algn="ctr">
              <a:buNone/>
              <a:defRPr sz="800">
                <a:latin typeface="+mn-lt"/>
              </a:defRPr>
            </a:lvl1pPr>
          </a:lstStyle>
          <a:p>
            <a:r>
              <a:rPr lang="en-US"/>
              <a:t>ICON</a:t>
            </a:r>
          </a:p>
        </p:txBody>
      </p:sp>
      <p:sp>
        <p:nvSpPr>
          <p:cNvPr id="4" name="Picture Placeholder 13">
            <a:extLst>
              <a:ext uri="{FF2B5EF4-FFF2-40B4-BE49-F238E27FC236}">
                <a16:creationId xmlns:a16="http://schemas.microsoft.com/office/drawing/2014/main" id="{5861C466-A791-216E-4A0D-5B839E0041BA}"/>
              </a:ext>
            </a:extLst>
          </p:cNvPr>
          <p:cNvSpPr>
            <a:spLocks noGrp="1"/>
          </p:cNvSpPr>
          <p:nvPr>
            <p:ph type="pic" sz="quarter" idx="20" hasCustomPrompt="1"/>
          </p:nvPr>
        </p:nvSpPr>
        <p:spPr>
          <a:xfrm>
            <a:off x="4254900" y="1883969"/>
            <a:ext cx="457200" cy="457200"/>
          </a:xfrm>
        </p:spPr>
        <p:txBody>
          <a:bodyPr anchor="t">
            <a:normAutofit/>
          </a:bodyPr>
          <a:lstStyle>
            <a:lvl1pPr marL="0" indent="0" algn="ctr">
              <a:buNone/>
              <a:defRPr sz="800">
                <a:latin typeface="+mn-lt"/>
              </a:defRPr>
            </a:lvl1pPr>
          </a:lstStyle>
          <a:p>
            <a:r>
              <a:rPr lang="en-US"/>
              <a:t>ICON</a:t>
            </a:r>
          </a:p>
        </p:txBody>
      </p:sp>
      <p:sp>
        <p:nvSpPr>
          <p:cNvPr id="5" name="Picture Placeholder 13">
            <a:extLst>
              <a:ext uri="{FF2B5EF4-FFF2-40B4-BE49-F238E27FC236}">
                <a16:creationId xmlns:a16="http://schemas.microsoft.com/office/drawing/2014/main" id="{40EF74D6-27A3-ABB5-D3C0-726F1DFD9AE8}"/>
              </a:ext>
            </a:extLst>
          </p:cNvPr>
          <p:cNvSpPr>
            <a:spLocks noGrp="1"/>
          </p:cNvSpPr>
          <p:nvPr>
            <p:ph type="pic" sz="quarter" idx="21" hasCustomPrompt="1"/>
          </p:nvPr>
        </p:nvSpPr>
        <p:spPr>
          <a:xfrm>
            <a:off x="8174736" y="1883969"/>
            <a:ext cx="457200" cy="457200"/>
          </a:xfrm>
        </p:spPr>
        <p:txBody>
          <a:bodyPr anchor="t">
            <a:normAutofit/>
          </a:bodyPr>
          <a:lstStyle>
            <a:lvl1pPr marL="0" indent="0" algn="ctr">
              <a:buNone/>
              <a:defRPr sz="800">
                <a:latin typeface="+mn-lt"/>
              </a:defRPr>
            </a:lvl1pPr>
          </a:lstStyle>
          <a:p>
            <a:r>
              <a:rPr lang="en-US"/>
              <a:t>ICON</a:t>
            </a:r>
          </a:p>
        </p:txBody>
      </p:sp>
      <p:grpSp>
        <p:nvGrpSpPr>
          <p:cNvPr id="8" name="Group 7">
            <a:extLst>
              <a:ext uri="{FF2B5EF4-FFF2-40B4-BE49-F238E27FC236}">
                <a16:creationId xmlns:a16="http://schemas.microsoft.com/office/drawing/2014/main" id="{4D30423B-3129-332E-47AD-ABC320E74677}"/>
              </a:ext>
            </a:extLst>
          </p:cNvPr>
          <p:cNvGrpSpPr/>
          <p:nvPr userDrawn="1"/>
        </p:nvGrpSpPr>
        <p:grpSpPr>
          <a:xfrm>
            <a:off x="380497" y="2436395"/>
            <a:ext cx="3654867" cy="144735"/>
            <a:chOff x="380497" y="1888670"/>
            <a:chExt cx="3654867" cy="144735"/>
          </a:xfrm>
        </p:grpSpPr>
        <p:pic>
          <p:nvPicPr>
            <p:cNvPr id="9" name="Graphic 8">
              <a:extLst>
                <a:ext uri="{FF2B5EF4-FFF2-40B4-BE49-F238E27FC236}">
                  <a16:creationId xmlns:a16="http://schemas.microsoft.com/office/drawing/2014/main" id="{54596A9E-9F63-6055-EAA9-79B52E14382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7" name="Straight Connector 16">
              <a:extLst>
                <a:ext uri="{FF2B5EF4-FFF2-40B4-BE49-F238E27FC236}">
                  <a16:creationId xmlns:a16="http://schemas.microsoft.com/office/drawing/2014/main" id="{58EA587E-9D0C-370D-B995-5E94B8BC88CE}"/>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18" name="Picture 17" descr="A black background with yellow letters&#10;&#10;AI-generated content may be incorrect.">
            <a:extLst>
              <a:ext uri="{FF2B5EF4-FFF2-40B4-BE49-F238E27FC236}">
                <a16:creationId xmlns:a16="http://schemas.microsoft.com/office/drawing/2014/main" id="{7EDB23E5-FA7D-67E5-9326-168B489668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9" name="Straight Connector 18">
            <a:extLst>
              <a:ext uri="{FF2B5EF4-FFF2-40B4-BE49-F238E27FC236}">
                <a16:creationId xmlns:a16="http://schemas.microsoft.com/office/drawing/2014/main" id="{3332FE24-0F33-B59A-6FB8-6D6B3B0D61A2}"/>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FC98F39-BA2B-B9C2-1DF2-C1BCCD9B5059}"/>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15E5A26-F29B-C322-FEB2-3099DFDEC0D0}"/>
              </a:ext>
            </a:extLst>
          </p:cNvPr>
          <p:cNvGrpSpPr/>
          <p:nvPr userDrawn="1"/>
        </p:nvGrpSpPr>
        <p:grpSpPr>
          <a:xfrm>
            <a:off x="4279827" y="2436395"/>
            <a:ext cx="3654867" cy="144735"/>
            <a:chOff x="380497" y="1888670"/>
            <a:chExt cx="3654867" cy="144735"/>
          </a:xfrm>
        </p:grpSpPr>
        <p:pic>
          <p:nvPicPr>
            <p:cNvPr id="29" name="Graphic 28">
              <a:extLst>
                <a:ext uri="{FF2B5EF4-FFF2-40B4-BE49-F238E27FC236}">
                  <a16:creationId xmlns:a16="http://schemas.microsoft.com/office/drawing/2014/main" id="{80702D84-71CC-F2C2-DFBB-FD60AD83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F99426DF-89F8-4C2D-3C60-A035DD9B238F}"/>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3" name="Group 32">
            <a:extLst>
              <a:ext uri="{FF2B5EF4-FFF2-40B4-BE49-F238E27FC236}">
                <a16:creationId xmlns:a16="http://schemas.microsoft.com/office/drawing/2014/main" id="{AC139340-EE98-C809-B3A7-347906B811D7}"/>
              </a:ext>
            </a:extLst>
          </p:cNvPr>
          <p:cNvGrpSpPr/>
          <p:nvPr userDrawn="1"/>
        </p:nvGrpSpPr>
        <p:grpSpPr>
          <a:xfrm>
            <a:off x="8177603" y="2436395"/>
            <a:ext cx="3654867" cy="144735"/>
            <a:chOff x="380497" y="1888670"/>
            <a:chExt cx="3654867" cy="144735"/>
          </a:xfrm>
        </p:grpSpPr>
        <p:pic>
          <p:nvPicPr>
            <p:cNvPr id="34" name="Graphic 33">
              <a:extLst>
                <a:ext uri="{FF2B5EF4-FFF2-40B4-BE49-F238E27FC236}">
                  <a16:creationId xmlns:a16="http://schemas.microsoft.com/office/drawing/2014/main" id="{39FFA5F8-B06E-F8BE-F0D5-EB5351FB672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5" name="Straight Connector 34">
              <a:extLst>
                <a:ext uri="{FF2B5EF4-FFF2-40B4-BE49-F238E27FC236}">
                  <a16:creationId xmlns:a16="http://schemas.microsoft.com/office/drawing/2014/main" id="{20E89BF6-A902-71D0-DA6B-3ACCFE630B58}"/>
                </a:ext>
              </a:extLst>
            </p:cNvPr>
            <p:cNvCxnSpPr>
              <a:cxnSpLocks/>
            </p:cNvCxnSpPr>
            <p:nvPr userDrawn="1"/>
          </p:nvCxnSpPr>
          <p:spPr>
            <a:xfrm>
              <a:off x="380497" y="1904852"/>
              <a:ext cx="3654867"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265308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2952" userDrawn="1">
          <p15:clr>
            <a:srgbClr val="5ACBF0"/>
          </p15:clr>
        </p15:guide>
        <p15:guide id="12" pos="504" userDrawn="1">
          <p15:clr>
            <a:srgbClr val="5ACBF0"/>
          </p15:clr>
        </p15:guide>
        <p15:guide id="13" pos="2688" userDrawn="1">
          <p15:clr>
            <a:srgbClr val="5ACBF0"/>
          </p15:clr>
        </p15:guide>
        <p15:guide id="14" pos="5160" userDrawn="1">
          <p15:clr>
            <a:srgbClr val="5ACBF0"/>
          </p15:clr>
        </p15:guide>
        <p15:guide id="15" pos="5424" userDrawn="1">
          <p15:clr>
            <a:srgbClr val="5ACBF0"/>
          </p15:clr>
        </p15:guide>
        <p15:guide id="16" orient="horz" pos="1464" userDrawn="1">
          <p15:clr>
            <a:srgbClr val="5ACBF0"/>
          </p15:clr>
        </p15:guide>
        <p15:guide id="17" orient="horz" pos="1200"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Four Content+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32" name="Text Placeholder 8">
            <a:extLst>
              <a:ext uri="{FF2B5EF4-FFF2-40B4-BE49-F238E27FC236}">
                <a16:creationId xmlns:a16="http://schemas.microsoft.com/office/drawing/2014/main" id="{AC447B9E-D442-AA77-866A-96BA7E24F529}"/>
              </a:ext>
            </a:extLst>
          </p:cNvPr>
          <p:cNvSpPr>
            <a:spLocks noGrp="1"/>
          </p:cNvSpPr>
          <p:nvPr>
            <p:ph type="body" sz="quarter" idx="15"/>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15" name="Content Placeholder 1">
            <a:extLst>
              <a:ext uri="{FF2B5EF4-FFF2-40B4-BE49-F238E27FC236}">
                <a16:creationId xmlns:a16="http://schemas.microsoft.com/office/drawing/2014/main" id="{F4565A5B-4420-7D81-6AC1-46BFCE46BC1E}"/>
              </a:ext>
            </a:extLst>
          </p:cNvPr>
          <p:cNvSpPr>
            <a:spLocks noGrp="1"/>
          </p:cNvSpPr>
          <p:nvPr>
            <p:ph sz="half" idx="16"/>
          </p:nvPr>
        </p:nvSpPr>
        <p:spPr>
          <a:xfrm>
            <a:off x="380497" y="2725911"/>
            <a:ext cx="2679192"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B8AEE6D-529B-5A4C-9D4A-677F247D723F}"/>
              </a:ext>
            </a:extLst>
          </p:cNvPr>
          <p:cNvSpPr>
            <a:spLocks noGrp="1"/>
          </p:cNvSpPr>
          <p:nvPr>
            <p:ph sz="half" idx="18"/>
          </p:nvPr>
        </p:nvSpPr>
        <p:spPr>
          <a:xfrm>
            <a:off x="3310128" y="2725911"/>
            <a:ext cx="2679192"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
            <a:extLst>
              <a:ext uri="{FF2B5EF4-FFF2-40B4-BE49-F238E27FC236}">
                <a16:creationId xmlns:a16="http://schemas.microsoft.com/office/drawing/2014/main" id="{17D5DE13-9F2F-BE84-25E7-25E1E5BADF3C}"/>
              </a:ext>
            </a:extLst>
          </p:cNvPr>
          <p:cNvSpPr>
            <a:spLocks noGrp="1"/>
          </p:cNvSpPr>
          <p:nvPr>
            <p:ph sz="half" idx="20"/>
          </p:nvPr>
        </p:nvSpPr>
        <p:spPr>
          <a:xfrm>
            <a:off x="6235186" y="2725911"/>
            <a:ext cx="2679192"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4">
            <a:extLst>
              <a:ext uri="{FF2B5EF4-FFF2-40B4-BE49-F238E27FC236}">
                <a16:creationId xmlns:a16="http://schemas.microsoft.com/office/drawing/2014/main" id="{3747E0D5-5B79-6207-DF53-5C77734A682E}"/>
              </a:ext>
            </a:extLst>
          </p:cNvPr>
          <p:cNvSpPr>
            <a:spLocks noGrp="1"/>
          </p:cNvSpPr>
          <p:nvPr>
            <p:ph sz="half" idx="22"/>
          </p:nvPr>
        </p:nvSpPr>
        <p:spPr>
          <a:xfrm>
            <a:off x="9144000" y="2725911"/>
            <a:ext cx="2679192" cy="361188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2435847"/>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AACA8C55-161F-DE41-2794-023369E7C3A7}"/>
              </a:ext>
            </a:extLst>
          </p:cNvPr>
          <p:cNvGrpSpPr/>
          <p:nvPr/>
        </p:nvGrpSpPr>
        <p:grpSpPr>
          <a:xfrm>
            <a:off x="3305556" y="2435847"/>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2435847"/>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2435847"/>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3" name="Picture Placeholder 13">
            <a:extLst>
              <a:ext uri="{FF2B5EF4-FFF2-40B4-BE49-F238E27FC236}">
                <a16:creationId xmlns:a16="http://schemas.microsoft.com/office/drawing/2014/main" id="{D9F5DB95-AE3D-F388-849F-49651D6C06CC}"/>
              </a:ext>
            </a:extLst>
          </p:cNvPr>
          <p:cNvSpPr>
            <a:spLocks noGrp="1"/>
          </p:cNvSpPr>
          <p:nvPr>
            <p:ph type="pic" sz="quarter" idx="23" hasCustomPrompt="1"/>
          </p:nvPr>
        </p:nvSpPr>
        <p:spPr>
          <a:xfrm>
            <a:off x="369000" y="1883969"/>
            <a:ext cx="457200" cy="457200"/>
          </a:xfrm>
        </p:spPr>
        <p:txBody>
          <a:bodyPr anchor="t">
            <a:normAutofit/>
          </a:bodyPr>
          <a:lstStyle>
            <a:lvl1pPr marL="0" indent="0" algn="ctr">
              <a:buNone/>
              <a:defRPr sz="800">
                <a:latin typeface="+mn-lt"/>
              </a:defRPr>
            </a:lvl1pPr>
          </a:lstStyle>
          <a:p>
            <a:r>
              <a:rPr lang="en-US"/>
              <a:t>ICON</a:t>
            </a:r>
          </a:p>
        </p:txBody>
      </p:sp>
      <p:sp>
        <p:nvSpPr>
          <p:cNvPr id="4" name="Picture Placeholder 13">
            <a:extLst>
              <a:ext uri="{FF2B5EF4-FFF2-40B4-BE49-F238E27FC236}">
                <a16:creationId xmlns:a16="http://schemas.microsoft.com/office/drawing/2014/main" id="{4B7F0FED-0457-E4E3-9365-93C2BB0EAB25}"/>
              </a:ext>
            </a:extLst>
          </p:cNvPr>
          <p:cNvSpPr>
            <a:spLocks noGrp="1"/>
          </p:cNvSpPr>
          <p:nvPr>
            <p:ph type="pic" sz="quarter" idx="17" hasCustomPrompt="1"/>
          </p:nvPr>
        </p:nvSpPr>
        <p:spPr>
          <a:xfrm>
            <a:off x="3301151" y="1883969"/>
            <a:ext cx="457200" cy="457200"/>
          </a:xfrm>
        </p:spPr>
        <p:txBody>
          <a:bodyPr anchor="t">
            <a:normAutofit/>
          </a:bodyPr>
          <a:lstStyle>
            <a:lvl1pPr marL="0" indent="0" algn="ctr">
              <a:buNone/>
              <a:defRPr sz="800">
                <a:latin typeface="+mn-lt"/>
              </a:defRPr>
            </a:lvl1pPr>
          </a:lstStyle>
          <a:p>
            <a:r>
              <a:rPr lang="en-US"/>
              <a:t>ICON</a:t>
            </a:r>
          </a:p>
        </p:txBody>
      </p:sp>
      <p:sp>
        <p:nvSpPr>
          <p:cNvPr id="5" name="Picture Placeholder 13">
            <a:extLst>
              <a:ext uri="{FF2B5EF4-FFF2-40B4-BE49-F238E27FC236}">
                <a16:creationId xmlns:a16="http://schemas.microsoft.com/office/drawing/2014/main" id="{2554103D-7933-6CC3-0A28-B9E949026CE5}"/>
              </a:ext>
            </a:extLst>
          </p:cNvPr>
          <p:cNvSpPr>
            <a:spLocks noGrp="1"/>
          </p:cNvSpPr>
          <p:nvPr>
            <p:ph type="pic" sz="quarter" idx="24" hasCustomPrompt="1"/>
          </p:nvPr>
        </p:nvSpPr>
        <p:spPr>
          <a:xfrm>
            <a:off x="6232072" y="1883969"/>
            <a:ext cx="457200" cy="457200"/>
          </a:xfrm>
        </p:spPr>
        <p:txBody>
          <a:bodyPr anchor="t">
            <a:normAutofit/>
          </a:bodyPr>
          <a:lstStyle>
            <a:lvl1pPr marL="0" indent="0" algn="ctr">
              <a:buNone/>
              <a:defRPr sz="800">
                <a:latin typeface="+mn-lt"/>
              </a:defRPr>
            </a:lvl1pPr>
          </a:lstStyle>
          <a:p>
            <a:r>
              <a:rPr lang="en-US"/>
              <a:t>ICON</a:t>
            </a:r>
          </a:p>
        </p:txBody>
      </p:sp>
      <p:sp>
        <p:nvSpPr>
          <p:cNvPr id="8" name="Picture Placeholder 13">
            <a:extLst>
              <a:ext uri="{FF2B5EF4-FFF2-40B4-BE49-F238E27FC236}">
                <a16:creationId xmlns:a16="http://schemas.microsoft.com/office/drawing/2014/main" id="{D0C0E6E6-D914-A7C9-9953-D49710320BF9}"/>
              </a:ext>
            </a:extLst>
          </p:cNvPr>
          <p:cNvSpPr>
            <a:spLocks noGrp="1"/>
          </p:cNvSpPr>
          <p:nvPr>
            <p:ph type="pic" sz="quarter" idx="25" hasCustomPrompt="1"/>
          </p:nvPr>
        </p:nvSpPr>
        <p:spPr>
          <a:xfrm>
            <a:off x="9130392" y="1883969"/>
            <a:ext cx="457200" cy="457200"/>
          </a:xfrm>
        </p:spPr>
        <p:txBody>
          <a:bodyPr anchor="t">
            <a:normAutofit/>
          </a:bodyPr>
          <a:lstStyle>
            <a:lvl1pPr marL="0" indent="0" algn="ctr">
              <a:buNone/>
              <a:defRPr sz="800">
                <a:latin typeface="+mn-lt"/>
              </a:defRPr>
            </a:lvl1pPr>
          </a:lstStyle>
          <a:p>
            <a:r>
              <a:rPr lang="en-US"/>
              <a:t>ICON</a:t>
            </a:r>
          </a:p>
        </p:txBody>
      </p:sp>
      <p:grpSp>
        <p:nvGrpSpPr>
          <p:cNvPr id="9" name="Group 8">
            <a:extLst>
              <a:ext uri="{FF2B5EF4-FFF2-40B4-BE49-F238E27FC236}">
                <a16:creationId xmlns:a16="http://schemas.microsoft.com/office/drawing/2014/main" id="{A3D0D452-5AE4-52B4-4976-8738E5FCF88C}"/>
              </a:ext>
            </a:extLst>
          </p:cNvPr>
          <p:cNvGrpSpPr/>
          <p:nvPr userDrawn="1"/>
        </p:nvGrpSpPr>
        <p:grpSpPr>
          <a:xfrm>
            <a:off x="380497" y="2435847"/>
            <a:ext cx="2674276" cy="144735"/>
            <a:chOff x="380497" y="1888670"/>
            <a:chExt cx="2674276" cy="144735"/>
          </a:xfrm>
        </p:grpSpPr>
        <p:pic>
          <p:nvPicPr>
            <p:cNvPr id="14" name="Graphic 13">
              <a:extLst>
                <a:ext uri="{FF2B5EF4-FFF2-40B4-BE49-F238E27FC236}">
                  <a16:creationId xmlns:a16="http://schemas.microsoft.com/office/drawing/2014/main" id="{059FED9C-0A6A-5DDC-8770-D94FDCA5CB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6E18F80A-5F00-91E5-81EC-4AFB116E11C1}"/>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3" name="Picture 22" descr="A black background with yellow letters&#10;&#10;AI-generated content may be incorrect.">
            <a:extLst>
              <a:ext uri="{FF2B5EF4-FFF2-40B4-BE49-F238E27FC236}">
                <a16:creationId xmlns:a16="http://schemas.microsoft.com/office/drawing/2014/main" id="{EE041774-A616-450A-505E-2204E6F4D73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4" name="Straight Connector 23">
            <a:extLst>
              <a:ext uri="{FF2B5EF4-FFF2-40B4-BE49-F238E27FC236}">
                <a16:creationId xmlns:a16="http://schemas.microsoft.com/office/drawing/2014/main" id="{0C54DBB4-5B27-DDD3-7797-C4E1FC5880A8}"/>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2F43DAE-3491-A1E5-AA09-62F2DF23E5C0}"/>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98FA8782-1E3F-3EED-8968-EBDF40B93E72}"/>
              </a:ext>
            </a:extLst>
          </p:cNvPr>
          <p:cNvGrpSpPr/>
          <p:nvPr userDrawn="1"/>
        </p:nvGrpSpPr>
        <p:grpSpPr>
          <a:xfrm>
            <a:off x="3305556" y="2435847"/>
            <a:ext cx="2674276" cy="144735"/>
            <a:chOff x="380497" y="1888670"/>
            <a:chExt cx="2674276" cy="144735"/>
          </a:xfrm>
        </p:grpSpPr>
        <p:pic>
          <p:nvPicPr>
            <p:cNvPr id="33" name="Graphic 32">
              <a:extLst>
                <a:ext uri="{FF2B5EF4-FFF2-40B4-BE49-F238E27FC236}">
                  <a16:creationId xmlns:a16="http://schemas.microsoft.com/office/drawing/2014/main" id="{0C9972EC-7A88-B222-4C77-009E4FF6246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5" name="Straight Connector 34">
              <a:extLst>
                <a:ext uri="{FF2B5EF4-FFF2-40B4-BE49-F238E27FC236}">
                  <a16:creationId xmlns:a16="http://schemas.microsoft.com/office/drawing/2014/main" id="{EFC8C3C6-D4DB-86DB-3A21-B576B8F7C81E}"/>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7" name="Group 36">
            <a:extLst>
              <a:ext uri="{FF2B5EF4-FFF2-40B4-BE49-F238E27FC236}">
                <a16:creationId xmlns:a16="http://schemas.microsoft.com/office/drawing/2014/main" id="{4399ABE8-9948-89B4-C3B7-38AB46050F5E}"/>
              </a:ext>
            </a:extLst>
          </p:cNvPr>
          <p:cNvGrpSpPr/>
          <p:nvPr userDrawn="1"/>
        </p:nvGrpSpPr>
        <p:grpSpPr>
          <a:xfrm>
            <a:off x="6235530" y="2435847"/>
            <a:ext cx="2674276" cy="144735"/>
            <a:chOff x="380497" y="1888670"/>
            <a:chExt cx="2674276" cy="144735"/>
          </a:xfrm>
        </p:grpSpPr>
        <p:pic>
          <p:nvPicPr>
            <p:cNvPr id="39" name="Graphic 38">
              <a:extLst>
                <a:ext uri="{FF2B5EF4-FFF2-40B4-BE49-F238E27FC236}">
                  <a16:creationId xmlns:a16="http://schemas.microsoft.com/office/drawing/2014/main" id="{2B0F9341-4602-1E6F-6461-290C5BA718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0" name="Straight Connector 39">
              <a:extLst>
                <a:ext uri="{FF2B5EF4-FFF2-40B4-BE49-F238E27FC236}">
                  <a16:creationId xmlns:a16="http://schemas.microsoft.com/office/drawing/2014/main" id="{9FE456C8-FC41-D4B3-BCF2-75A196EC4CCA}"/>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1" name="Group 40">
            <a:extLst>
              <a:ext uri="{FF2B5EF4-FFF2-40B4-BE49-F238E27FC236}">
                <a16:creationId xmlns:a16="http://schemas.microsoft.com/office/drawing/2014/main" id="{2BABC46D-CFFA-BE81-0828-569887B8240E}"/>
              </a:ext>
            </a:extLst>
          </p:cNvPr>
          <p:cNvGrpSpPr/>
          <p:nvPr userDrawn="1"/>
        </p:nvGrpSpPr>
        <p:grpSpPr>
          <a:xfrm>
            <a:off x="9145410" y="2435847"/>
            <a:ext cx="2674276" cy="144735"/>
            <a:chOff x="380497" y="1888670"/>
            <a:chExt cx="2674276" cy="144735"/>
          </a:xfrm>
        </p:grpSpPr>
        <p:pic>
          <p:nvPicPr>
            <p:cNvPr id="42" name="Graphic 41">
              <a:extLst>
                <a:ext uri="{FF2B5EF4-FFF2-40B4-BE49-F238E27FC236}">
                  <a16:creationId xmlns:a16="http://schemas.microsoft.com/office/drawing/2014/main" id="{B2E8BC69-2AF2-EF30-F1AE-3940E6CA2B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3" name="Straight Connector 42">
              <a:extLst>
                <a:ext uri="{FF2B5EF4-FFF2-40B4-BE49-F238E27FC236}">
                  <a16:creationId xmlns:a16="http://schemas.microsoft.com/office/drawing/2014/main" id="{09CBA167-067E-6CD7-9526-D54806254B68}"/>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252142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3" pos="2352" userDrawn="1">
          <p15:clr>
            <a:srgbClr val="5ACBF0"/>
          </p15:clr>
        </p15:guide>
        <p15:guide id="14" pos="5760" userDrawn="1">
          <p15:clr>
            <a:srgbClr val="5ACBF0"/>
          </p15:clr>
        </p15:guide>
        <p15:guide id="15" pos="504" userDrawn="1">
          <p15:clr>
            <a:srgbClr val="5ACBF0"/>
          </p15:clr>
        </p15:guide>
        <p15:guide id="16" pos="2088" userDrawn="1">
          <p15:clr>
            <a:srgbClr val="5ACBF0"/>
          </p15:clr>
        </p15:guide>
        <p15:guide id="17" pos="3936" userDrawn="1">
          <p15:clr>
            <a:srgbClr val="5ACBF0"/>
          </p15:clr>
        </p15:guide>
        <p15:guide id="18" pos="4200" userDrawn="1">
          <p15:clr>
            <a:srgbClr val="5ACBF0"/>
          </p15:clr>
        </p15:guide>
        <p15:guide id="19" orient="horz" pos="1464" userDrawn="1">
          <p15:clr>
            <a:srgbClr val="5ACBF0"/>
          </p15:clr>
        </p15:guide>
        <p15:guide id="20" orient="horz" pos="1200" userDrawn="1">
          <p15:clr>
            <a:srgbClr val="5ACBF0"/>
          </p15:clr>
        </p15:guide>
        <p15:guide id="21" pos="602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Eight Content+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32" name="Text Placeholder 8">
            <a:extLst>
              <a:ext uri="{FF2B5EF4-FFF2-40B4-BE49-F238E27FC236}">
                <a16:creationId xmlns:a16="http://schemas.microsoft.com/office/drawing/2014/main" id="{AC447B9E-D442-AA77-866A-96BA7E24F529}"/>
              </a:ext>
            </a:extLst>
          </p:cNvPr>
          <p:cNvSpPr>
            <a:spLocks noGrp="1"/>
          </p:cNvSpPr>
          <p:nvPr>
            <p:ph type="body" sz="quarter" idx="15"/>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15" name="Content Placeholder 1">
            <a:extLst>
              <a:ext uri="{FF2B5EF4-FFF2-40B4-BE49-F238E27FC236}">
                <a16:creationId xmlns:a16="http://schemas.microsoft.com/office/drawing/2014/main" id="{F4565A5B-4420-7D81-6AC1-46BFCE46BC1E}"/>
              </a:ext>
            </a:extLst>
          </p:cNvPr>
          <p:cNvSpPr>
            <a:spLocks noGrp="1"/>
          </p:cNvSpPr>
          <p:nvPr>
            <p:ph sz="half" idx="16"/>
          </p:nvPr>
        </p:nvSpPr>
        <p:spPr>
          <a:xfrm>
            <a:off x="380497" y="272591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34" name="Content Placeholder 2">
            <a:extLst>
              <a:ext uri="{FF2B5EF4-FFF2-40B4-BE49-F238E27FC236}">
                <a16:creationId xmlns:a16="http://schemas.microsoft.com/office/drawing/2014/main" id="{DB8AEE6D-529B-5A4C-9D4A-677F247D723F}"/>
              </a:ext>
            </a:extLst>
          </p:cNvPr>
          <p:cNvSpPr>
            <a:spLocks noGrp="1"/>
          </p:cNvSpPr>
          <p:nvPr>
            <p:ph sz="half" idx="18"/>
          </p:nvPr>
        </p:nvSpPr>
        <p:spPr>
          <a:xfrm>
            <a:off x="3310128" y="272591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36" name="Content Placeholder 3">
            <a:extLst>
              <a:ext uri="{FF2B5EF4-FFF2-40B4-BE49-F238E27FC236}">
                <a16:creationId xmlns:a16="http://schemas.microsoft.com/office/drawing/2014/main" id="{17D5DE13-9F2F-BE84-25E7-25E1E5BADF3C}"/>
              </a:ext>
            </a:extLst>
          </p:cNvPr>
          <p:cNvSpPr>
            <a:spLocks noGrp="1"/>
          </p:cNvSpPr>
          <p:nvPr>
            <p:ph sz="half" idx="20"/>
          </p:nvPr>
        </p:nvSpPr>
        <p:spPr>
          <a:xfrm>
            <a:off x="6235186" y="272591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38" name="Content Placeholder 4">
            <a:extLst>
              <a:ext uri="{FF2B5EF4-FFF2-40B4-BE49-F238E27FC236}">
                <a16:creationId xmlns:a16="http://schemas.microsoft.com/office/drawing/2014/main" id="{3747E0D5-5B79-6207-DF53-5C77734A682E}"/>
              </a:ext>
            </a:extLst>
          </p:cNvPr>
          <p:cNvSpPr>
            <a:spLocks noGrp="1"/>
          </p:cNvSpPr>
          <p:nvPr>
            <p:ph sz="half" idx="22"/>
          </p:nvPr>
        </p:nvSpPr>
        <p:spPr>
          <a:xfrm>
            <a:off x="9144000" y="272591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p:txBody>
      </p:sp>
      <p:sp>
        <p:nvSpPr>
          <p:cNvPr id="43" name="Content Placeholder 5">
            <a:extLst>
              <a:ext uri="{FF2B5EF4-FFF2-40B4-BE49-F238E27FC236}">
                <a16:creationId xmlns:a16="http://schemas.microsoft.com/office/drawing/2014/main" id="{8DE2CB26-ABD6-B27D-6C59-871131ACFBE6}"/>
              </a:ext>
            </a:extLst>
          </p:cNvPr>
          <p:cNvSpPr>
            <a:spLocks noGrp="1"/>
          </p:cNvSpPr>
          <p:nvPr>
            <p:ph sz="half" idx="27"/>
          </p:nvPr>
        </p:nvSpPr>
        <p:spPr>
          <a:xfrm>
            <a:off x="380497" y="499534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44" name="Content Placeholder 6">
            <a:extLst>
              <a:ext uri="{FF2B5EF4-FFF2-40B4-BE49-F238E27FC236}">
                <a16:creationId xmlns:a16="http://schemas.microsoft.com/office/drawing/2014/main" id="{2298D039-EDB0-2CC6-7FF2-ADFD86FEEEE2}"/>
              </a:ext>
            </a:extLst>
          </p:cNvPr>
          <p:cNvSpPr>
            <a:spLocks noGrp="1"/>
          </p:cNvSpPr>
          <p:nvPr>
            <p:ph sz="half" idx="28"/>
          </p:nvPr>
        </p:nvSpPr>
        <p:spPr>
          <a:xfrm>
            <a:off x="3310128" y="499534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45" name="Content Placeholder 7">
            <a:extLst>
              <a:ext uri="{FF2B5EF4-FFF2-40B4-BE49-F238E27FC236}">
                <a16:creationId xmlns:a16="http://schemas.microsoft.com/office/drawing/2014/main" id="{4E7C6C30-C620-AA2C-2EED-A37501C28A2B}"/>
              </a:ext>
            </a:extLst>
          </p:cNvPr>
          <p:cNvSpPr>
            <a:spLocks noGrp="1"/>
          </p:cNvSpPr>
          <p:nvPr>
            <p:ph sz="half" idx="29"/>
          </p:nvPr>
        </p:nvSpPr>
        <p:spPr>
          <a:xfrm>
            <a:off x="6235186" y="499534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46" name="Content Placeholder 8">
            <a:extLst>
              <a:ext uri="{FF2B5EF4-FFF2-40B4-BE49-F238E27FC236}">
                <a16:creationId xmlns:a16="http://schemas.microsoft.com/office/drawing/2014/main" id="{244301D8-22C2-C563-04BE-A11D7BE80C13}"/>
              </a:ext>
            </a:extLst>
          </p:cNvPr>
          <p:cNvSpPr>
            <a:spLocks noGrp="1"/>
          </p:cNvSpPr>
          <p:nvPr>
            <p:ph sz="half" idx="30"/>
          </p:nvPr>
        </p:nvSpPr>
        <p:spPr>
          <a:xfrm>
            <a:off x="9144000" y="4995341"/>
            <a:ext cx="2679192" cy="1280160"/>
          </a:xfrm>
        </p:spPr>
        <p:txBody>
          <a:bodyPr/>
          <a:lstStyle>
            <a:lvl1pPr>
              <a:spcAft>
                <a:spcPts val="500"/>
              </a:spcAft>
              <a:defRPr b="1">
                <a:latin typeface="+mj-lt"/>
              </a:defRPr>
            </a:lvl1pPr>
            <a:lvl2pPr marL="1588" indent="0">
              <a:buNone/>
              <a:defRPr/>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2435847"/>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AACA8C55-161F-DE41-2794-023369E7C3A7}"/>
              </a:ext>
            </a:extLst>
          </p:cNvPr>
          <p:cNvGrpSpPr/>
          <p:nvPr/>
        </p:nvGrpSpPr>
        <p:grpSpPr>
          <a:xfrm>
            <a:off x="3305556" y="2435847"/>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2435847"/>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2435847"/>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5" name="Group 4">
            <a:extLst>
              <a:ext uri="{FF2B5EF4-FFF2-40B4-BE49-F238E27FC236}">
                <a16:creationId xmlns:a16="http://schemas.microsoft.com/office/drawing/2014/main" id="{33071CC9-67DC-3078-9CF0-76F40019B8B3}"/>
              </a:ext>
            </a:extLst>
          </p:cNvPr>
          <p:cNvGrpSpPr/>
          <p:nvPr/>
        </p:nvGrpSpPr>
        <p:grpSpPr>
          <a:xfrm>
            <a:off x="380497" y="4705277"/>
            <a:ext cx="2674276" cy="144735"/>
            <a:chOff x="380497" y="1888670"/>
            <a:chExt cx="2674276" cy="144735"/>
          </a:xfrm>
        </p:grpSpPr>
        <p:pic>
          <p:nvPicPr>
            <p:cNvPr id="23" name="Graphic 22">
              <a:extLst>
                <a:ext uri="{FF2B5EF4-FFF2-40B4-BE49-F238E27FC236}">
                  <a16:creationId xmlns:a16="http://schemas.microsoft.com/office/drawing/2014/main" id="{274C6056-54BA-6187-72A4-FCDAD0D079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4" name="Straight Connector 23">
              <a:extLst>
                <a:ext uri="{FF2B5EF4-FFF2-40B4-BE49-F238E27FC236}">
                  <a16:creationId xmlns:a16="http://schemas.microsoft.com/office/drawing/2014/main" id="{60FF60EA-B69A-F88C-E93C-507F4C3607A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5" name="Group 24">
            <a:extLst>
              <a:ext uri="{FF2B5EF4-FFF2-40B4-BE49-F238E27FC236}">
                <a16:creationId xmlns:a16="http://schemas.microsoft.com/office/drawing/2014/main" id="{189CABA1-343B-C349-6236-7739FAEF99C1}"/>
              </a:ext>
            </a:extLst>
          </p:cNvPr>
          <p:cNvGrpSpPr/>
          <p:nvPr/>
        </p:nvGrpSpPr>
        <p:grpSpPr>
          <a:xfrm>
            <a:off x="3305556" y="4705277"/>
            <a:ext cx="2674276" cy="144735"/>
            <a:chOff x="380497" y="1888670"/>
            <a:chExt cx="2674276" cy="144735"/>
          </a:xfrm>
        </p:grpSpPr>
        <p:pic>
          <p:nvPicPr>
            <p:cNvPr id="28" name="Graphic 27">
              <a:extLst>
                <a:ext uri="{FF2B5EF4-FFF2-40B4-BE49-F238E27FC236}">
                  <a16:creationId xmlns:a16="http://schemas.microsoft.com/office/drawing/2014/main" id="{41C495E8-8FFF-9DDE-EECC-909EE39114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3" name="Straight Connector 32">
              <a:extLst>
                <a:ext uri="{FF2B5EF4-FFF2-40B4-BE49-F238E27FC236}">
                  <a16:creationId xmlns:a16="http://schemas.microsoft.com/office/drawing/2014/main" id="{FB00942F-215E-B28E-DB53-B5829E59902B}"/>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5" name="Group 34">
            <a:extLst>
              <a:ext uri="{FF2B5EF4-FFF2-40B4-BE49-F238E27FC236}">
                <a16:creationId xmlns:a16="http://schemas.microsoft.com/office/drawing/2014/main" id="{2BD0762B-361D-95CA-6934-49FF48DA8CF6}"/>
              </a:ext>
            </a:extLst>
          </p:cNvPr>
          <p:cNvGrpSpPr/>
          <p:nvPr/>
        </p:nvGrpSpPr>
        <p:grpSpPr>
          <a:xfrm>
            <a:off x="6235530" y="4705277"/>
            <a:ext cx="2674276" cy="144735"/>
            <a:chOff x="380497" y="1888670"/>
            <a:chExt cx="2674276" cy="144735"/>
          </a:xfrm>
        </p:grpSpPr>
        <p:pic>
          <p:nvPicPr>
            <p:cNvPr id="37" name="Graphic 36">
              <a:extLst>
                <a:ext uri="{FF2B5EF4-FFF2-40B4-BE49-F238E27FC236}">
                  <a16:creationId xmlns:a16="http://schemas.microsoft.com/office/drawing/2014/main" id="{2D62E6EA-EE83-C7CD-10F6-6A6FA277DB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9" name="Straight Connector 38">
              <a:extLst>
                <a:ext uri="{FF2B5EF4-FFF2-40B4-BE49-F238E27FC236}">
                  <a16:creationId xmlns:a16="http://schemas.microsoft.com/office/drawing/2014/main" id="{FABEC0CC-A5AB-646D-D8C9-D98BD13BCAD7}"/>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0" name="Group 39">
            <a:extLst>
              <a:ext uri="{FF2B5EF4-FFF2-40B4-BE49-F238E27FC236}">
                <a16:creationId xmlns:a16="http://schemas.microsoft.com/office/drawing/2014/main" id="{C4EA5CE0-689C-F832-7659-604A0C263FE2}"/>
              </a:ext>
            </a:extLst>
          </p:cNvPr>
          <p:cNvGrpSpPr/>
          <p:nvPr/>
        </p:nvGrpSpPr>
        <p:grpSpPr>
          <a:xfrm>
            <a:off x="9145410" y="4705277"/>
            <a:ext cx="2674276" cy="144735"/>
            <a:chOff x="380497" y="1888670"/>
            <a:chExt cx="2674276" cy="144735"/>
          </a:xfrm>
        </p:grpSpPr>
        <p:pic>
          <p:nvPicPr>
            <p:cNvPr id="41" name="Graphic 40">
              <a:extLst>
                <a:ext uri="{FF2B5EF4-FFF2-40B4-BE49-F238E27FC236}">
                  <a16:creationId xmlns:a16="http://schemas.microsoft.com/office/drawing/2014/main" id="{8B1EDD05-7808-12D5-C6BD-5E099ED2F0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2" name="Straight Connector 41">
              <a:extLst>
                <a:ext uri="{FF2B5EF4-FFF2-40B4-BE49-F238E27FC236}">
                  <a16:creationId xmlns:a16="http://schemas.microsoft.com/office/drawing/2014/main" id="{AB4B8764-5F67-C341-5A14-9BA1000FECAE}"/>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3" name="Picture Placeholder 13">
            <a:extLst>
              <a:ext uri="{FF2B5EF4-FFF2-40B4-BE49-F238E27FC236}">
                <a16:creationId xmlns:a16="http://schemas.microsoft.com/office/drawing/2014/main" id="{6DD46470-60F7-052D-1108-98E1ED734FE0}"/>
              </a:ext>
            </a:extLst>
          </p:cNvPr>
          <p:cNvSpPr>
            <a:spLocks noGrp="1"/>
          </p:cNvSpPr>
          <p:nvPr>
            <p:ph type="pic" sz="quarter" idx="23" hasCustomPrompt="1"/>
          </p:nvPr>
        </p:nvSpPr>
        <p:spPr>
          <a:xfrm>
            <a:off x="369000" y="1883969"/>
            <a:ext cx="457200" cy="457200"/>
          </a:xfrm>
        </p:spPr>
        <p:txBody>
          <a:bodyPr anchor="t">
            <a:normAutofit/>
          </a:bodyPr>
          <a:lstStyle>
            <a:lvl1pPr marL="0" indent="0" algn="ctr">
              <a:buNone/>
              <a:defRPr sz="800">
                <a:latin typeface="+mn-lt"/>
              </a:defRPr>
            </a:lvl1pPr>
          </a:lstStyle>
          <a:p>
            <a:r>
              <a:rPr lang="en-US"/>
              <a:t>ICON</a:t>
            </a:r>
          </a:p>
        </p:txBody>
      </p:sp>
      <p:sp>
        <p:nvSpPr>
          <p:cNvPr id="4" name="Picture Placeholder 13">
            <a:extLst>
              <a:ext uri="{FF2B5EF4-FFF2-40B4-BE49-F238E27FC236}">
                <a16:creationId xmlns:a16="http://schemas.microsoft.com/office/drawing/2014/main" id="{905D665A-0037-6BE6-AE8E-CE3E9ACE6752}"/>
              </a:ext>
            </a:extLst>
          </p:cNvPr>
          <p:cNvSpPr>
            <a:spLocks noGrp="1"/>
          </p:cNvSpPr>
          <p:nvPr>
            <p:ph type="pic" sz="quarter" idx="17" hasCustomPrompt="1"/>
          </p:nvPr>
        </p:nvSpPr>
        <p:spPr>
          <a:xfrm>
            <a:off x="3301151" y="1883969"/>
            <a:ext cx="457200" cy="457200"/>
          </a:xfrm>
        </p:spPr>
        <p:txBody>
          <a:bodyPr anchor="t">
            <a:normAutofit/>
          </a:bodyPr>
          <a:lstStyle>
            <a:lvl1pPr marL="0" indent="0" algn="ctr">
              <a:buNone/>
              <a:defRPr sz="800">
                <a:latin typeface="+mn-lt"/>
              </a:defRPr>
            </a:lvl1pPr>
          </a:lstStyle>
          <a:p>
            <a:r>
              <a:rPr lang="en-US"/>
              <a:t>ICON</a:t>
            </a:r>
          </a:p>
        </p:txBody>
      </p:sp>
      <p:sp>
        <p:nvSpPr>
          <p:cNvPr id="8" name="Picture Placeholder 13">
            <a:extLst>
              <a:ext uri="{FF2B5EF4-FFF2-40B4-BE49-F238E27FC236}">
                <a16:creationId xmlns:a16="http://schemas.microsoft.com/office/drawing/2014/main" id="{51AE94A0-868E-4DD3-4F0D-68669583DE9B}"/>
              </a:ext>
            </a:extLst>
          </p:cNvPr>
          <p:cNvSpPr>
            <a:spLocks noGrp="1"/>
          </p:cNvSpPr>
          <p:nvPr>
            <p:ph type="pic" sz="quarter" idx="24" hasCustomPrompt="1"/>
          </p:nvPr>
        </p:nvSpPr>
        <p:spPr>
          <a:xfrm>
            <a:off x="6232072" y="1883969"/>
            <a:ext cx="457200" cy="457200"/>
          </a:xfrm>
        </p:spPr>
        <p:txBody>
          <a:bodyPr anchor="t">
            <a:normAutofit/>
          </a:bodyPr>
          <a:lstStyle>
            <a:lvl1pPr marL="0" indent="0" algn="ctr">
              <a:buNone/>
              <a:defRPr sz="800">
                <a:latin typeface="+mn-lt"/>
              </a:defRPr>
            </a:lvl1pPr>
          </a:lstStyle>
          <a:p>
            <a:r>
              <a:rPr lang="en-US"/>
              <a:t>ICON</a:t>
            </a:r>
          </a:p>
        </p:txBody>
      </p:sp>
      <p:sp>
        <p:nvSpPr>
          <p:cNvPr id="9" name="Picture Placeholder 13">
            <a:extLst>
              <a:ext uri="{FF2B5EF4-FFF2-40B4-BE49-F238E27FC236}">
                <a16:creationId xmlns:a16="http://schemas.microsoft.com/office/drawing/2014/main" id="{8F4E20BA-3EE3-4F2E-581A-921E0CF453F8}"/>
              </a:ext>
            </a:extLst>
          </p:cNvPr>
          <p:cNvSpPr>
            <a:spLocks noGrp="1"/>
          </p:cNvSpPr>
          <p:nvPr>
            <p:ph type="pic" sz="quarter" idx="25" hasCustomPrompt="1"/>
          </p:nvPr>
        </p:nvSpPr>
        <p:spPr>
          <a:xfrm>
            <a:off x="9130392" y="1883969"/>
            <a:ext cx="457200" cy="457200"/>
          </a:xfrm>
        </p:spPr>
        <p:txBody>
          <a:bodyPr anchor="t">
            <a:normAutofit/>
          </a:bodyPr>
          <a:lstStyle>
            <a:lvl1pPr marL="0" indent="0" algn="ctr">
              <a:buNone/>
              <a:defRPr sz="800">
                <a:latin typeface="+mn-lt"/>
              </a:defRPr>
            </a:lvl1pPr>
          </a:lstStyle>
          <a:p>
            <a:r>
              <a:rPr lang="en-US"/>
              <a:t>ICON</a:t>
            </a:r>
          </a:p>
        </p:txBody>
      </p:sp>
      <p:sp>
        <p:nvSpPr>
          <p:cNvPr id="14" name="Picture Placeholder 13">
            <a:extLst>
              <a:ext uri="{FF2B5EF4-FFF2-40B4-BE49-F238E27FC236}">
                <a16:creationId xmlns:a16="http://schemas.microsoft.com/office/drawing/2014/main" id="{74408FE7-DBF4-E879-CB13-F01F0A4B2824}"/>
              </a:ext>
            </a:extLst>
          </p:cNvPr>
          <p:cNvSpPr>
            <a:spLocks noGrp="1"/>
          </p:cNvSpPr>
          <p:nvPr>
            <p:ph type="pic" sz="quarter" idx="31" hasCustomPrompt="1"/>
          </p:nvPr>
        </p:nvSpPr>
        <p:spPr>
          <a:xfrm>
            <a:off x="369000" y="4154215"/>
            <a:ext cx="457200" cy="457200"/>
          </a:xfrm>
        </p:spPr>
        <p:txBody>
          <a:bodyPr anchor="t">
            <a:normAutofit/>
          </a:bodyPr>
          <a:lstStyle>
            <a:lvl1pPr marL="0" indent="0" algn="ctr">
              <a:buNone/>
              <a:defRPr sz="800">
                <a:latin typeface="+mn-lt"/>
              </a:defRPr>
            </a:lvl1pPr>
          </a:lstStyle>
          <a:p>
            <a:r>
              <a:rPr lang="en-US"/>
              <a:t>ICON</a:t>
            </a:r>
          </a:p>
        </p:txBody>
      </p:sp>
      <p:sp>
        <p:nvSpPr>
          <p:cNvPr id="16" name="Picture Placeholder 13">
            <a:extLst>
              <a:ext uri="{FF2B5EF4-FFF2-40B4-BE49-F238E27FC236}">
                <a16:creationId xmlns:a16="http://schemas.microsoft.com/office/drawing/2014/main" id="{F38B843E-F859-6CC4-50BB-5F6170D0AC5C}"/>
              </a:ext>
            </a:extLst>
          </p:cNvPr>
          <p:cNvSpPr>
            <a:spLocks noGrp="1"/>
          </p:cNvSpPr>
          <p:nvPr>
            <p:ph type="pic" sz="quarter" idx="32" hasCustomPrompt="1"/>
          </p:nvPr>
        </p:nvSpPr>
        <p:spPr>
          <a:xfrm>
            <a:off x="3301151" y="4154215"/>
            <a:ext cx="457200" cy="457200"/>
          </a:xfrm>
        </p:spPr>
        <p:txBody>
          <a:bodyPr anchor="t">
            <a:normAutofit/>
          </a:bodyPr>
          <a:lstStyle>
            <a:lvl1pPr marL="0" indent="0" algn="ctr">
              <a:buNone/>
              <a:defRPr sz="800">
                <a:latin typeface="+mn-lt"/>
              </a:defRPr>
            </a:lvl1pPr>
          </a:lstStyle>
          <a:p>
            <a:r>
              <a:rPr lang="en-US"/>
              <a:t>ICON</a:t>
            </a:r>
          </a:p>
        </p:txBody>
      </p:sp>
      <p:sp>
        <p:nvSpPr>
          <p:cNvPr id="47" name="Picture Placeholder 13">
            <a:extLst>
              <a:ext uri="{FF2B5EF4-FFF2-40B4-BE49-F238E27FC236}">
                <a16:creationId xmlns:a16="http://schemas.microsoft.com/office/drawing/2014/main" id="{3398CA21-E9F3-5DE6-ECA8-88708815CDB4}"/>
              </a:ext>
            </a:extLst>
          </p:cNvPr>
          <p:cNvSpPr>
            <a:spLocks noGrp="1"/>
          </p:cNvSpPr>
          <p:nvPr>
            <p:ph type="pic" sz="quarter" idx="33" hasCustomPrompt="1"/>
          </p:nvPr>
        </p:nvSpPr>
        <p:spPr>
          <a:xfrm>
            <a:off x="6232072" y="4154215"/>
            <a:ext cx="457200" cy="457200"/>
          </a:xfrm>
        </p:spPr>
        <p:txBody>
          <a:bodyPr anchor="t">
            <a:normAutofit/>
          </a:bodyPr>
          <a:lstStyle>
            <a:lvl1pPr marL="0" indent="0" algn="ctr">
              <a:buNone/>
              <a:defRPr sz="800">
                <a:latin typeface="+mn-lt"/>
              </a:defRPr>
            </a:lvl1pPr>
          </a:lstStyle>
          <a:p>
            <a:r>
              <a:rPr lang="en-US"/>
              <a:t>ICON</a:t>
            </a:r>
          </a:p>
        </p:txBody>
      </p:sp>
      <p:sp>
        <p:nvSpPr>
          <p:cNvPr id="48" name="Picture Placeholder 13">
            <a:extLst>
              <a:ext uri="{FF2B5EF4-FFF2-40B4-BE49-F238E27FC236}">
                <a16:creationId xmlns:a16="http://schemas.microsoft.com/office/drawing/2014/main" id="{2B6347C8-1646-C267-134F-723B1855798C}"/>
              </a:ext>
            </a:extLst>
          </p:cNvPr>
          <p:cNvSpPr>
            <a:spLocks noGrp="1"/>
          </p:cNvSpPr>
          <p:nvPr>
            <p:ph type="pic" sz="quarter" idx="34" hasCustomPrompt="1"/>
          </p:nvPr>
        </p:nvSpPr>
        <p:spPr>
          <a:xfrm>
            <a:off x="9130392" y="4154215"/>
            <a:ext cx="457200" cy="457200"/>
          </a:xfrm>
        </p:spPr>
        <p:txBody>
          <a:bodyPr anchor="t">
            <a:normAutofit/>
          </a:bodyPr>
          <a:lstStyle>
            <a:lvl1pPr marL="0" indent="0" algn="ctr">
              <a:buNone/>
              <a:defRPr sz="800">
                <a:latin typeface="+mn-lt"/>
              </a:defRPr>
            </a:lvl1pPr>
          </a:lstStyle>
          <a:p>
            <a:r>
              <a:rPr lang="en-US"/>
              <a:t>ICON</a:t>
            </a:r>
          </a:p>
        </p:txBody>
      </p:sp>
      <p:grpSp>
        <p:nvGrpSpPr>
          <p:cNvPr id="49" name="Group 48">
            <a:extLst>
              <a:ext uri="{FF2B5EF4-FFF2-40B4-BE49-F238E27FC236}">
                <a16:creationId xmlns:a16="http://schemas.microsoft.com/office/drawing/2014/main" id="{FACC7813-08E9-0215-BE7E-50C3236FF680}"/>
              </a:ext>
            </a:extLst>
          </p:cNvPr>
          <p:cNvGrpSpPr/>
          <p:nvPr userDrawn="1"/>
        </p:nvGrpSpPr>
        <p:grpSpPr>
          <a:xfrm>
            <a:off x="380497" y="2435847"/>
            <a:ext cx="2674276" cy="144735"/>
            <a:chOff x="380497" y="1888670"/>
            <a:chExt cx="2674276" cy="144735"/>
          </a:xfrm>
        </p:grpSpPr>
        <p:pic>
          <p:nvPicPr>
            <p:cNvPr id="50" name="Graphic 49">
              <a:extLst>
                <a:ext uri="{FF2B5EF4-FFF2-40B4-BE49-F238E27FC236}">
                  <a16:creationId xmlns:a16="http://schemas.microsoft.com/office/drawing/2014/main" id="{889C9E0F-3A50-8A50-0D62-C59A93F1C0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1" name="Straight Connector 50">
              <a:extLst>
                <a:ext uri="{FF2B5EF4-FFF2-40B4-BE49-F238E27FC236}">
                  <a16:creationId xmlns:a16="http://schemas.microsoft.com/office/drawing/2014/main" id="{4BAB47E8-E91A-6858-FBBF-704485F7E7EB}"/>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52" name="Picture 51" descr="A black background with yellow letters&#10;&#10;AI-generated content may be incorrect.">
            <a:extLst>
              <a:ext uri="{FF2B5EF4-FFF2-40B4-BE49-F238E27FC236}">
                <a16:creationId xmlns:a16="http://schemas.microsoft.com/office/drawing/2014/main" id="{9FA0028F-515E-B4A7-E666-07AE1C36A78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53" name="Straight Connector 52">
            <a:extLst>
              <a:ext uri="{FF2B5EF4-FFF2-40B4-BE49-F238E27FC236}">
                <a16:creationId xmlns:a16="http://schemas.microsoft.com/office/drawing/2014/main" id="{2B7977C0-AC12-57AE-1DEA-3F80D655C41A}"/>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5A00B2A-79E3-1DFA-DE00-45CDE7833C65}"/>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95D1BBFA-BD03-3328-4E8B-6EB4FD9611EC}"/>
              </a:ext>
            </a:extLst>
          </p:cNvPr>
          <p:cNvGrpSpPr/>
          <p:nvPr userDrawn="1"/>
        </p:nvGrpSpPr>
        <p:grpSpPr>
          <a:xfrm>
            <a:off x="3305556" y="2435847"/>
            <a:ext cx="2674276" cy="144735"/>
            <a:chOff x="380497" y="1888670"/>
            <a:chExt cx="2674276" cy="144735"/>
          </a:xfrm>
        </p:grpSpPr>
        <p:pic>
          <p:nvPicPr>
            <p:cNvPr id="56" name="Graphic 55">
              <a:extLst>
                <a:ext uri="{FF2B5EF4-FFF2-40B4-BE49-F238E27FC236}">
                  <a16:creationId xmlns:a16="http://schemas.microsoft.com/office/drawing/2014/main" id="{FCCF4787-5662-B3B7-34F7-D14413211E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7" name="Straight Connector 56">
              <a:extLst>
                <a:ext uri="{FF2B5EF4-FFF2-40B4-BE49-F238E27FC236}">
                  <a16:creationId xmlns:a16="http://schemas.microsoft.com/office/drawing/2014/main" id="{9F67344E-465F-F772-E42C-45C8B603EC4E}"/>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58" name="Group 57">
            <a:extLst>
              <a:ext uri="{FF2B5EF4-FFF2-40B4-BE49-F238E27FC236}">
                <a16:creationId xmlns:a16="http://schemas.microsoft.com/office/drawing/2014/main" id="{66B870EB-589E-1464-91A6-B3E34B0A6F35}"/>
              </a:ext>
            </a:extLst>
          </p:cNvPr>
          <p:cNvGrpSpPr/>
          <p:nvPr userDrawn="1"/>
        </p:nvGrpSpPr>
        <p:grpSpPr>
          <a:xfrm>
            <a:off x="6235530" y="2435847"/>
            <a:ext cx="2674276" cy="144735"/>
            <a:chOff x="380497" y="1888670"/>
            <a:chExt cx="2674276" cy="144735"/>
          </a:xfrm>
        </p:grpSpPr>
        <p:pic>
          <p:nvPicPr>
            <p:cNvPr id="59" name="Graphic 58">
              <a:extLst>
                <a:ext uri="{FF2B5EF4-FFF2-40B4-BE49-F238E27FC236}">
                  <a16:creationId xmlns:a16="http://schemas.microsoft.com/office/drawing/2014/main" id="{B9B5E209-6B56-5565-20B7-D8F9346638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60" name="Straight Connector 59">
              <a:extLst>
                <a:ext uri="{FF2B5EF4-FFF2-40B4-BE49-F238E27FC236}">
                  <a16:creationId xmlns:a16="http://schemas.microsoft.com/office/drawing/2014/main" id="{2B3CD1C1-083F-D611-3FB5-1A160721A2A3}"/>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61" name="Group 60">
            <a:extLst>
              <a:ext uri="{FF2B5EF4-FFF2-40B4-BE49-F238E27FC236}">
                <a16:creationId xmlns:a16="http://schemas.microsoft.com/office/drawing/2014/main" id="{0582618B-B723-F6C7-78A2-D1728EB094E8}"/>
              </a:ext>
            </a:extLst>
          </p:cNvPr>
          <p:cNvGrpSpPr/>
          <p:nvPr userDrawn="1"/>
        </p:nvGrpSpPr>
        <p:grpSpPr>
          <a:xfrm>
            <a:off x="9145410" y="2435847"/>
            <a:ext cx="2674276" cy="144735"/>
            <a:chOff x="380497" y="1888670"/>
            <a:chExt cx="2674276" cy="144735"/>
          </a:xfrm>
        </p:grpSpPr>
        <p:pic>
          <p:nvPicPr>
            <p:cNvPr id="62" name="Graphic 61">
              <a:extLst>
                <a:ext uri="{FF2B5EF4-FFF2-40B4-BE49-F238E27FC236}">
                  <a16:creationId xmlns:a16="http://schemas.microsoft.com/office/drawing/2014/main" id="{FECCC2B4-F2A4-D719-AE1D-32C0DEBACBF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63" name="Straight Connector 62">
              <a:extLst>
                <a:ext uri="{FF2B5EF4-FFF2-40B4-BE49-F238E27FC236}">
                  <a16:creationId xmlns:a16="http://schemas.microsoft.com/office/drawing/2014/main" id="{089AB7E5-DBCA-1E1E-46C2-C293FA1EDB66}"/>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64" name="Group 63">
            <a:extLst>
              <a:ext uri="{FF2B5EF4-FFF2-40B4-BE49-F238E27FC236}">
                <a16:creationId xmlns:a16="http://schemas.microsoft.com/office/drawing/2014/main" id="{94EF4846-342E-1C3E-30DA-E399CCC7D561}"/>
              </a:ext>
            </a:extLst>
          </p:cNvPr>
          <p:cNvGrpSpPr/>
          <p:nvPr userDrawn="1"/>
        </p:nvGrpSpPr>
        <p:grpSpPr>
          <a:xfrm>
            <a:off x="380497" y="4705277"/>
            <a:ext cx="2674276" cy="144735"/>
            <a:chOff x="380497" y="1888670"/>
            <a:chExt cx="2674276" cy="144735"/>
          </a:xfrm>
        </p:grpSpPr>
        <p:pic>
          <p:nvPicPr>
            <p:cNvPr id="65" name="Graphic 64">
              <a:extLst>
                <a:ext uri="{FF2B5EF4-FFF2-40B4-BE49-F238E27FC236}">
                  <a16:creationId xmlns:a16="http://schemas.microsoft.com/office/drawing/2014/main" id="{54F1F011-1E53-C7D7-9434-E2671A6CEA8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66" name="Straight Connector 65">
              <a:extLst>
                <a:ext uri="{FF2B5EF4-FFF2-40B4-BE49-F238E27FC236}">
                  <a16:creationId xmlns:a16="http://schemas.microsoft.com/office/drawing/2014/main" id="{503E8096-96D6-9700-CAFD-184AA44D3263}"/>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67" name="Group 66">
            <a:extLst>
              <a:ext uri="{FF2B5EF4-FFF2-40B4-BE49-F238E27FC236}">
                <a16:creationId xmlns:a16="http://schemas.microsoft.com/office/drawing/2014/main" id="{1BB1DF66-DBF2-9D6C-344A-10112FF76E82}"/>
              </a:ext>
            </a:extLst>
          </p:cNvPr>
          <p:cNvGrpSpPr/>
          <p:nvPr userDrawn="1"/>
        </p:nvGrpSpPr>
        <p:grpSpPr>
          <a:xfrm>
            <a:off x="3305556" y="4705277"/>
            <a:ext cx="2674276" cy="144735"/>
            <a:chOff x="380497" y="1888670"/>
            <a:chExt cx="2674276" cy="144735"/>
          </a:xfrm>
        </p:grpSpPr>
        <p:pic>
          <p:nvPicPr>
            <p:cNvPr id="68" name="Graphic 67">
              <a:extLst>
                <a:ext uri="{FF2B5EF4-FFF2-40B4-BE49-F238E27FC236}">
                  <a16:creationId xmlns:a16="http://schemas.microsoft.com/office/drawing/2014/main" id="{AF239040-B178-6E56-838D-507F53FBF7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69" name="Straight Connector 68">
              <a:extLst>
                <a:ext uri="{FF2B5EF4-FFF2-40B4-BE49-F238E27FC236}">
                  <a16:creationId xmlns:a16="http://schemas.microsoft.com/office/drawing/2014/main" id="{406CB1A1-9384-7F35-6B4B-DBCCC2E13976}"/>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70" name="Group 69">
            <a:extLst>
              <a:ext uri="{FF2B5EF4-FFF2-40B4-BE49-F238E27FC236}">
                <a16:creationId xmlns:a16="http://schemas.microsoft.com/office/drawing/2014/main" id="{D6F065A2-3FCD-DE45-B757-A185B381D368}"/>
              </a:ext>
            </a:extLst>
          </p:cNvPr>
          <p:cNvGrpSpPr/>
          <p:nvPr userDrawn="1"/>
        </p:nvGrpSpPr>
        <p:grpSpPr>
          <a:xfrm>
            <a:off x="6235530" y="4705277"/>
            <a:ext cx="2674276" cy="144735"/>
            <a:chOff x="380497" y="1888670"/>
            <a:chExt cx="2674276" cy="144735"/>
          </a:xfrm>
        </p:grpSpPr>
        <p:pic>
          <p:nvPicPr>
            <p:cNvPr id="71" name="Graphic 70">
              <a:extLst>
                <a:ext uri="{FF2B5EF4-FFF2-40B4-BE49-F238E27FC236}">
                  <a16:creationId xmlns:a16="http://schemas.microsoft.com/office/drawing/2014/main" id="{300DAEB5-8B3D-FF61-5073-C93DDDCCD7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72" name="Straight Connector 71">
              <a:extLst>
                <a:ext uri="{FF2B5EF4-FFF2-40B4-BE49-F238E27FC236}">
                  <a16:creationId xmlns:a16="http://schemas.microsoft.com/office/drawing/2014/main" id="{A0664234-E8C6-6F5F-85CF-B8BCF4F7FBD5}"/>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73" name="Group 72">
            <a:extLst>
              <a:ext uri="{FF2B5EF4-FFF2-40B4-BE49-F238E27FC236}">
                <a16:creationId xmlns:a16="http://schemas.microsoft.com/office/drawing/2014/main" id="{92BB0698-A44C-C602-323D-6C95A90EDD69}"/>
              </a:ext>
            </a:extLst>
          </p:cNvPr>
          <p:cNvGrpSpPr/>
          <p:nvPr userDrawn="1"/>
        </p:nvGrpSpPr>
        <p:grpSpPr>
          <a:xfrm>
            <a:off x="9145410" y="4705277"/>
            <a:ext cx="2674276" cy="144735"/>
            <a:chOff x="380497" y="1888670"/>
            <a:chExt cx="2674276" cy="144735"/>
          </a:xfrm>
        </p:grpSpPr>
        <p:pic>
          <p:nvPicPr>
            <p:cNvPr id="74" name="Graphic 73">
              <a:extLst>
                <a:ext uri="{FF2B5EF4-FFF2-40B4-BE49-F238E27FC236}">
                  <a16:creationId xmlns:a16="http://schemas.microsoft.com/office/drawing/2014/main" id="{7D2EC517-904F-DF96-65D0-1A24AA1630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75" name="Straight Connector 74">
              <a:extLst>
                <a:ext uri="{FF2B5EF4-FFF2-40B4-BE49-F238E27FC236}">
                  <a16:creationId xmlns:a16="http://schemas.microsoft.com/office/drawing/2014/main" id="{5C7A2FC2-EC63-1E39-8BB0-F4663301AF94}"/>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180351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5" pos="2088" userDrawn="1">
          <p15:clr>
            <a:srgbClr val="5ACBF0"/>
          </p15:clr>
        </p15:guide>
        <p15:guide id="16" pos="6024" userDrawn="1">
          <p15:clr>
            <a:srgbClr val="5ACBF0"/>
          </p15:clr>
        </p15:guide>
        <p15:guide id="17" pos="504" userDrawn="1">
          <p15:clr>
            <a:srgbClr val="5ACBF0"/>
          </p15:clr>
        </p15:guide>
        <p15:guide id="18" pos="2003" userDrawn="1">
          <p15:clr>
            <a:srgbClr val="FBAE40"/>
          </p15:clr>
        </p15:guide>
        <p15:guide id="19" pos="5760" userDrawn="1">
          <p15:clr>
            <a:srgbClr val="5ACBF0"/>
          </p15:clr>
        </p15:guide>
        <p15:guide id="20" pos="4200" userDrawn="1">
          <p15:clr>
            <a:srgbClr val="5ACBF0"/>
          </p15:clr>
        </p15:guide>
        <p15:guide id="21" orient="horz" pos="2616" userDrawn="1">
          <p15:clr>
            <a:srgbClr val="5ACBF0"/>
          </p15:clr>
        </p15:guide>
        <p15:guide id="22" orient="horz" pos="1200" userDrawn="1">
          <p15:clr>
            <a:srgbClr val="5ACBF0"/>
          </p15:clr>
        </p15:guide>
        <p15:guide id="23" orient="horz" pos="1464" userDrawn="1">
          <p15:clr>
            <a:srgbClr val="5ACBF0"/>
          </p15:clr>
        </p15:guide>
        <p15:guide id="24" orient="horz" pos="2904" userDrawn="1">
          <p15:clr>
            <a:srgbClr val="5ACBF0"/>
          </p15:clr>
        </p15:guide>
        <p15:guide id="25" pos="3936" userDrawn="1">
          <p15:clr>
            <a:srgbClr val="5ACBF0"/>
          </p15:clr>
        </p15:guide>
        <p15:guide id="26" pos="2352"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96EDA-457D-C123-43C6-A6CFCBF1FE78}"/>
              </a:ext>
            </a:extLst>
          </p:cNvPr>
          <p:cNvSpPr>
            <a:spLocks noGrp="1"/>
          </p:cNvSpPr>
          <p:nvPr>
            <p:ph type="title"/>
          </p:nvPr>
        </p:nvSpPr>
        <p:spPr>
          <a:xfrm>
            <a:off x="2330245" y="1288111"/>
            <a:ext cx="7537324" cy="3242921"/>
          </a:xfrm>
        </p:spPr>
        <p:txBody>
          <a:bodyPr tIns="0" anchor="b" anchorCtr="0">
            <a:normAutofit/>
          </a:bodyPr>
          <a:lstStyle>
            <a:lvl1pPr>
              <a:lnSpc>
                <a:spcPct val="100000"/>
              </a:lnSpc>
              <a:defRPr sz="5000" b="0">
                <a:solidFill>
                  <a:schemeClr val="tx1"/>
                </a:solidFill>
              </a:defRPr>
            </a:lvl1pPr>
          </a:lstStyle>
          <a:p>
            <a:r>
              <a:rPr lang="en-US"/>
              <a:t>Click to edit Master title style</a:t>
            </a:r>
          </a:p>
        </p:txBody>
      </p:sp>
      <p:sp>
        <p:nvSpPr>
          <p:cNvPr id="26" name="Text Placeholder 2">
            <a:extLst>
              <a:ext uri="{FF2B5EF4-FFF2-40B4-BE49-F238E27FC236}">
                <a16:creationId xmlns:a16="http://schemas.microsoft.com/office/drawing/2014/main" id="{111DFCDF-25AA-6341-9EB5-88B9FAE4D15D}"/>
              </a:ext>
            </a:extLst>
          </p:cNvPr>
          <p:cNvSpPr>
            <a:spLocks noGrp="1"/>
          </p:cNvSpPr>
          <p:nvPr>
            <p:ph type="body" idx="1"/>
          </p:nvPr>
        </p:nvSpPr>
        <p:spPr>
          <a:xfrm>
            <a:off x="2330246" y="4735467"/>
            <a:ext cx="7537324" cy="1500187"/>
          </a:xfrm>
        </p:spPr>
        <p:txBody>
          <a:bodyPr>
            <a:normAutofit/>
          </a:bodyPr>
          <a:lstStyle>
            <a:lvl1pPr marL="0" indent="0">
              <a:lnSpc>
                <a:spcPts val="2500"/>
              </a:lnSpc>
              <a:buNone/>
              <a:defRPr sz="1800">
                <a:solidFill>
                  <a:schemeClr val="tx1"/>
                </a:solidFill>
                <a:latin typeface="TWK Everett Ultralight" panose="020B0204000000000000" pitchFamily="34" charset="0"/>
                <a:cs typeface="TWK Everett Ultralight" panose="020B0204000000000000"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Footer Placeholder 3">
            <a:extLst>
              <a:ext uri="{FF2B5EF4-FFF2-40B4-BE49-F238E27FC236}">
                <a16:creationId xmlns:a16="http://schemas.microsoft.com/office/drawing/2014/main" id="{31C1433B-7D0C-DDA6-0665-C64A0295F890}"/>
              </a:ext>
            </a:extLst>
          </p:cNvPr>
          <p:cNvSpPr>
            <a:spLocks noGrp="1"/>
          </p:cNvSpPr>
          <p:nvPr>
            <p:ph type="ftr" sz="quarter" idx="11"/>
          </p:nvPr>
        </p:nvSpPr>
        <p:spPr/>
        <p:txBody>
          <a:bodyPr/>
          <a:lstStyle/>
          <a:p>
            <a:r>
              <a:rPr lang="en-US"/>
              <a:t>© 2025 CoreLogic, Inc.</a:t>
            </a:r>
          </a:p>
        </p:txBody>
      </p:sp>
      <p:sp>
        <p:nvSpPr>
          <p:cNvPr id="5" name="Slide Number Placeholder 4">
            <a:extLst>
              <a:ext uri="{FF2B5EF4-FFF2-40B4-BE49-F238E27FC236}">
                <a16:creationId xmlns:a16="http://schemas.microsoft.com/office/drawing/2014/main" id="{F9E3CFF8-FEBE-27EF-7461-9CB46C24A813}"/>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6" name="Picture 15">
            <a:extLst>
              <a:ext uri="{FF2B5EF4-FFF2-40B4-BE49-F238E27FC236}">
                <a16:creationId xmlns:a16="http://schemas.microsoft.com/office/drawing/2014/main" id="{2110D1AF-351F-D092-F973-97F5B8F4A6EF}"/>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17" name="Straight Connector 16">
            <a:extLst>
              <a:ext uri="{FF2B5EF4-FFF2-40B4-BE49-F238E27FC236}">
                <a16:creationId xmlns:a16="http://schemas.microsoft.com/office/drawing/2014/main" id="{8425DBB2-C5BB-3A09-4A8F-17E09A003A9F}"/>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40E6899-8F47-C8F7-DFC6-74FBE71E4495}"/>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4D787996-89F3-E484-50EE-8A3D63899D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5518" y="-972878"/>
            <a:ext cx="507564" cy="507564"/>
          </a:xfrm>
          <a:prstGeom prst="rect">
            <a:avLst/>
          </a:prstGeom>
        </p:spPr>
      </p:pic>
      <p:pic>
        <p:nvPicPr>
          <p:cNvPr id="3" name="Picture 2">
            <a:extLst>
              <a:ext uri="{FF2B5EF4-FFF2-40B4-BE49-F238E27FC236}">
                <a16:creationId xmlns:a16="http://schemas.microsoft.com/office/drawing/2014/main" id="{9B31169D-344E-62EA-A5E3-3B3D70F2EA14}"/>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6" name="Straight Connector 5">
            <a:extLst>
              <a:ext uri="{FF2B5EF4-FFF2-40B4-BE49-F238E27FC236}">
                <a16:creationId xmlns:a16="http://schemas.microsoft.com/office/drawing/2014/main" id="{39AAC2D4-2506-1C05-0FA9-1FA2C3C5C239}"/>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343A39F-CAD1-FF12-40EA-1753C4BB31F2}"/>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8" name="Graphic 7">
            <a:extLst>
              <a:ext uri="{FF2B5EF4-FFF2-40B4-BE49-F238E27FC236}">
                <a16:creationId xmlns:a16="http://schemas.microsoft.com/office/drawing/2014/main" id="{390460CD-FB3A-60B6-5BC1-8AB7EE19AC9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65518" y="-972878"/>
            <a:ext cx="507564" cy="507564"/>
          </a:xfrm>
          <a:prstGeom prst="rect">
            <a:avLst/>
          </a:prstGeom>
        </p:spPr>
      </p:pic>
    </p:spTree>
    <p:extLst>
      <p:ext uri="{BB962C8B-B14F-4D97-AF65-F5344CB8AC3E}">
        <p14:creationId xmlns:p14="http://schemas.microsoft.com/office/powerpoint/2010/main" val="187101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Quote opt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ED38DF9B-56F4-DD0F-E199-0590108371CC}"/>
              </a:ext>
            </a:extLst>
          </p:cNvPr>
          <p:cNvSpPr>
            <a:spLocks noGrp="1"/>
          </p:cNvSpPr>
          <p:nvPr>
            <p:ph type="body" sz="quarter" idx="14"/>
          </p:nvPr>
        </p:nvSpPr>
        <p:spPr>
          <a:xfrm>
            <a:off x="2330450" y="329184"/>
            <a:ext cx="7531100" cy="5870448"/>
          </a:xfrm>
        </p:spPr>
        <p:txBody>
          <a:bodyPr anchor="ctr" anchorCtr="0"/>
          <a:lstStyle>
            <a:lvl1pPr>
              <a:lnSpc>
                <a:spcPct val="100000"/>
              </a:lnSpc>
              <a:spcBef>
                <a:spcPts val="0"/>
              </a:spcBef>
              <a:spcAft>
                <a:spcPts val="1300"/>
              </a:spcAft>
              <a:defRPr sz="5000">
                <a:solidFill>
                  <a:schemeClr val="tx1"/>
                </a:solidFill>
              </a:defRPr>
            </a:lvl1pPr>
            <a:lvl2pPr marL="1588" indent="0">
              <a:buNone/>
              <a:defRPr sz="1800">
                <a:solidFill>
                  <a:schemeClr val="tx1"/>
                </a:solidFill>
                <a:latin typeface="TWK Everett Ultralight" panose="020B0204000000000000" pitchFamily="34" charset="0"/>
                <a:cs typeface="TWK Everett Ultralight" panose="020B0204000000000000" pitchFamily="34" charset="0"/>
              </a:defRPr>
            </a:lvl2pPr>
            <a:lvl3pPr marL="0" indent="0">
              <a:buNone/>
              <a:defRPr>
                <a:solidFill>
                  <a:schemeClr val="tx1"/>
                </a:solidFill>
                <a:latin typeface="TWK Everett Ultralight" panose="020B0204000000000000" pitchFamily="34" charset="0"/>
                <a:cs typeface="TWK Everett Ultralight" panose="020B0204000000000000" pitchFamily="34" charset="0"/>
              </a:defRPr>
            </a:lvl3pPr>
            <a:lvl4pPr marL="0" indent="0">
              <a:buNone/>
              <a:defRPr>
                <a:solidFill>
                  <a:schemeClr val="tx1"/>
                </a:solidFill>
                <a:latin typeface="TWK Everett Ultralight" panose="020B0204000000000000" pitchFamily="34" charset="0"/>
                <a:cs typeface="TWK Everett Ultralight" panose="020B0204000000000000" pitchFamily="34" charset="0"/>
              </a:defRPr>
            </a:lvl4pPr>
            <a:lvl5pPr marL="0" indent="0">
              <a:buNone/>
              <a:defRPr>
                <a:solidFill>
                  <a:schemeClr val="tx1"/>
                </a:solidFill>
                <a:latin typeface="TWK Everett Ultralight" panose="020B0204000000000000" pitchFamily="34" charset="0"/>
                <a:cs typeface="TWK Everett Ultralight" panose="020B0204000000000000"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C1433B-7D0C-DDA6-0665-C64A0295F890}"/>
              </a:ext>
            </a:extLst>
          </p:cNvPr>
          <p:cNvSpPr>
            <a:spLocks noGrp="1"/>
          </p:cNvSpPr>
          <p:nvPr>
            <p:ph type="ftr" sz="quarter" idx="11"/>
          </p:nvPr>
        </p:nvSpPr>
        <p:spPr/>
        <p:txBody>
          <a:bodyPr/>
          <a:lstStyle/>
          <a:p>
            <a:r>
              <a:rPr lang="en-US"/>
              <a:t>© 2025 CoreLogic, Inc.</a:t>
            </a:r>
          </a:p>
        </p:txBody>
      </p:sp>
      <p:sp>
        <p:nvSpPr>
          <p:cNvPr id="5" name="Slide Number Placeholder 4">
            <a:extLst>
              <a:ext uri="{FF2B5EF4-FFF2-40B4-BE49-F238E27FC236}">
                <a16:creationId xmlns:a16="http://schemas.microsoft.com/office/drawing/2014/main" id="{F9E3CFF8-FEBE-27EF-7461-9CB46C24A813}"/>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6" name="Picture 15">
            <a:extLst>
              <a:ext uri="{FF2B5EF4-FFF2-40B4-BE49-F238E27FC236}">
                <a16:creationId xmlns:a16="http://schemas.microsoft.com/office/drawing/2014/main" id="{2110D1AF-351F-D092-F973-97F5B8F4A6EF}"/>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17" name="Straight Connector 16">
            <a:extLst>
              <a:ext uri="{FF2B5EF4-FFF2-40B4-BE49-F238E27FC236}">
                <a16:creationId xmlns:a16="http://schemas.microsoft.com/office/drawing/2014/main" id="{8425DBB2-C5BB-3A09-4A8F-17E09A003A9F}"/>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40E6899-8F47-C8F7-DFC6-74FBE71E4495}"/>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4D787996-89F3-E484-50EE-8A3D63899D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5518" y="-972878"/>
            <a:ext cx="507564" cy="507564"/>
          </a:xfrm>
          <a:prstGeom prst="rect">
            <a:avLst/>
          </a:prstGeom>
        </p:spPr>
      </p:pic>
      <p:pic>
        <p:nvPicPr>
          <p:cNvPr id="2" name="Picture 1">
            <a:extLst>
              <a:ext uri="{FF2B5EF4-FFF2-40B4-BE49-F238E27FC236}">
                <a16:creationId xmlns:a16="http://schemas.microsoft.com/office/drawing/2014/main" id="{2DAE3DF7-F20C-956D-16DB-52EE5FA3D731}"/>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cxnSp>
        <p:nvCxnSpPr>
          <p:cNvPr id="3" name="Straight Connector 2">
            <a:extLst>
              <a:ext uri="{FF2B5EF4-FFF2-40B4-BE49-F238E27FC236}">
                <a16:creationId xmlns:a16="http://schemas.microsoft.com/office/drawing/2014/main" id="{5A0693C2-B6B3-AEE4-BD82-B52091D1C6E1}"/>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866CCDC-8ED9-32B8-3293-647274E4962B}"/>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7" name="Graphic 6">
            <a:extLst>
              <a:ext uri="{FF2B5EF4-FFF2-40B4-BE49-F238E27FC236}">
                <a16:creationId xmlns:a16="http://schemas.microsoft.com/office/drawing/2014/main" id="{90A40373-F7A2-DB33-B3F2-801B44F07B8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65518" y="-972878"/>
            <a:ext cx="507564" cy="507564"/>
          </a:xfrm>
          <a:prstGeom prst="rect">
            <a:avLst/>
          </a:prstGeom>
        </p:spPr>
      </p:pic>
    </p:spTree>
    <p:extLst>
      <p:ext uri="{BB962C8B-B14F-4D97-AF65-F5344CB8AC3E}">
        <p14:creationId xmlns:p14="http://schemas.microsoft.com/office/powerpoint/2010/main" val="2803175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Headline, Full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6" y="339212"/>
            <a:ext cx="11427275" cy="915850"/>
          </a:xfrm>
        </p:spPr>
        <p:txBody>
          <a:bodyPr/>
          <a:lstStyle/>
          <a:p>
            <a:r>
              <a:rPr lang="en-US"/>
              <a:t>Click to edit Master title style</a:t>
            </a:r>
          </a:p>
        </p:txBody>
      </p:sp>
      <p:sp>
        <p:nvSpPr>
          <p:cNvPr id="5" name="Picture Placeholder 24">
            <a:extLst>
              <a:ext uri="{FF2B5EF4-FFF2-40B4-BE49-F238E27FC236}">
                <a16:creationId xmlns:a16="http://schemas.microsoft.com/office/drawing/2014/main" id="{F0E3BB53-3804-EB1C-F5DF-99D21AA22CF8}"/>
              </a:ext>
            </a:extLst>
          </p:cNvPr>
          <p:cNvSpPr>
            <a:spLocks noGrp="1"/>
          </p:cNvSpPr>
          <p:nvPr>
            <p:ph type="pic" sz="quarter" idx="13"/>
          </p:nvPr>
        </p:nvSpPr>
        <p:spPr>
          <a:xfrm>
            <a:off x="380496" y="1255061"/>
            <a:ext cx="11427329" cy="5213774"/>
          </a:xfrm>
          <a:prstGeom prst="rect">
            <a:avLst/>
          </a:prstGeom>
          <a:ln>
            <a:noFill/>
          </a:ln>
        </p:spPr>
        <p:txBody>
          <a:bodyPr wrap="square">
            <a:noAutofit/>
          </a:bodyPr>
          <a:lstStyle/>
          <a:p>
            <a:r>
              <a:rPr lang="en-US"/>
              <a:t>Click icon to add picture</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3" name="Picture 2" descr="A black background with yellow letters&#10;&#10;AI-generated content may be incorrect.">
            <a:extLst>
              <a:ext uri="{FF2B5EF4-FFF2-40B4-BE49-F238E27FC236}">
                <a16:creationId xmlns:a16="http://schemas.microsoft.com/office/drawing/2014/main" id="{723F13D9-FDAD-32F1-ABD9-8CACCD69C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4" name="Straight Connector 3">
            <a:extLst>
              <a:ext uri="{FF2B5EF4-FFF2-40B4-BE49-F238E27FC236}">
                <a16:creationId xmlns:a16="http://schemas.microsoft.com/office/drawing/2014/main" id="{ADA2147E-A7A9-8733-B2E6-31A20EC66874}"/>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6DD3900-386E-BFA2-C813-2F9AC9DA3AF5}"/>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334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D465-5459-4F30-6476-5269E899A18A}"/>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9" name="Text Placeholder 8">
            <a:extLst>
              <a:ext uri="{FF2B5EF4-FFF2-40B4-BE49-F238E27FC236}">
                <a16:creationId xmlns:a16="http://schemas.microsoft.com/office/drawing/2014/main" id="{751CD8C5-AA3F-A416-563A-D8A12E0D2FC1}"/>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11" name="Table Placeholder 10">
            <a:extLst>
              <a:ext uri="{FF2B5EF4-FFF2-40B4-BE49-F238E27FC236}">
                <a16:creationId xmlns:a16="http://schemas.microsoft.com/office/drawing/2014/main" id="{1A4FE872-31EC-AA87-67D6-4650ACB8D608}"/>
              </a:ext>
            </a:extLst>
          </p:cNvPr>
          <p:cNvSpPr>
            <a:spLocks noGrp="1"/>
          </p:cNvSpPr>
          <p:nvPr>
            <p:ph type="tbl" sz="quarter" idx="15"/>
          </p:nvPr>
        </p:nvSpPr>
        <p:spPr>
          <a:xfrm>
            <a:off x="381000" y="1903413"/>
            <a:ext cx="11426825" cy="4323949"/>
          </a:xfrm>
          <a:noFill/>
          <a:ln>
            <a:noFill/>
          </a:ln>
        </p:spPr>
        <p:style>
          <a:lnRef idx="0">
            <a:scrgbClr r="0" g="0" b="0"/>
          </a:lnRef>
          <a:fillRef idx="0">
            <a:scrgbClr r="0" g="0" b="0"/>
          </a:fillRef>
          <a:effectRef idx="0">
            <a:scrgbClr r="0" g="0" b="0"/>
          </a:effectRef>
          <a:fontRef idx="minor">
            <a:schemeClr val="dk1"/>
          </a:fontRef>
        </p:style>
        <p:txBody>
          <a:bodyPr anchor="ctr"/>
          <a:lstStyle/>
          <a:p>
            <a:r>
              <a:rPr lang="en-US"/>
              <a:t>Click icon to add table</a:t>
            </a:r>
          </a:p>
        </p:txBody>
      </p:sp>
      <p:sp>
        <p:nvSpPr>
          <p:cNvPr id="5" name="Footer Placeholder 4">
            <a:extLst>
              <a:ext uri="{FF2B5EF4-FFF2-40B4-BE49-F238E27FC236}">
                <a16:creationId xmlns:a16="http://schemas.microsoft.com/office/drawing/2014/main" id="{F6E6EB87-D12C-DFFA-5A7E-568D6FEA4692}"/>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8A9FC736-20C5-F0EF-8BB1-4773CFFB3823}"/>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2" name="Picture 11" descr="A black background with yellow letters&#10;&#10;AI-generated content may be incorrect.">
            <a:extLst>
              <a:ext uri="{FF2B5EF4-FFF2-40B4-BE49-F238E27FC236}">
                <a16:creationId xmlns:a16="http://schemas.microsoft.com/office/drawing/2014/main" id="{5675FA56-3525-FC5D-E8A2-7D44A88E9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3" name="Straight Connector 12">
            <a:extLst>
              <a:ext uri="{FF2B5EF4-FFF2-40B4-BE49-F238E27FC236}">
                <a16:creationId xmlns:a16="http://schemas.microsoft.com/office/drawing/2014/main" id="{D589E09E-FB4B-3539-9EEA-99BE2FE400E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C84B37F-C1DC-1BDE-32DE-96DA167CFF73}"/>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3" name="Picture 2" descr="A black background with yellow letters&#10;&#10;AI-generated content may be incorrect.">
            <a:extLst>
              <a:ext uri="{FF2B5EF4-FFF2-40B4-BE49-F238E27FC236}">
                <a16:creationId xmlns:a16="http://schemas.microsoft.com/office/drawing/2014/main" id="{401DCA6F-0171-5FBC-B354-E283CB9B23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4" name="Straight Connector 3">
            <a:extLst>
              <a:ext uri="{FF2B5EF4-FFF2-40B4-BE49-F238E27FC236}">
                <a16:creationId xmlns:a16="http://schemas.microsoft.com/office/drawing/2014/main" id="{D33A3700-9035-6474-0438-6859A0A37AF3}"/>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99CBB17-2537-5752-D63E-1920CEB32458}"/>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969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Column Blocks">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0E9CAA2-6AB1-B377-ED8D-59E3A55E5CDA}"/>
              </a:ext>
            </a:extLst>
          </p:cNvPr>
          <p:cNvSpPr/>
          <p:nvPr userDrawn="1"/>
        </p:nvSpPr>
        <p:spPr>
          <a:xfrm>
            <a:off x="4277184" y="1913324"/>
            <a:ext cx="3630168" cy="4024249"/>
          </a:xfrm>
          <a:custGeom>
            <a:avLst/>
            <a:gdLst>
              <a:gd name="connsiteX0" fmla="*/ 0 w 3630168"/>
              <a:gd name="connsiteY0" fmla="*/ 0 h 4024249"/>
              <a:gd name="connsiteX1" fmla="*/ 3630168 w 3630168"/>
              <a:gd name="connsiteY1" fmla="*/ 0 h 4024249"/>
              <a:gd name="connsiteX2" fmla="*/ 3630168 w 3630168"/>
              <a:gd name="connsiteY2" fmla="*/ 3681877 h 4024249"/>
              <a:gd name="connsiteX3" fmla="*/ 2945424 w 3630168"/>
              <a:gd name="connsiteY3" fmla="*/ 4024249 h 4024249"/>
              <a:gd name="connsiteX4" fmla="*/ 0 w 3630168"/>
              <a:gd name="connsiteY4" fmla="*/ 4024249 h 402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4024249">
                <a:moveTo>
                  <a:pt x="0" y="0"/>
                </a:moveTo>
                <a:lnTo>
                  <a:pt x="3630168" y="0"/>
                </a:lnTo>
                <a:lnTo>
                  <a:pt x="3630168" y="3681877"/>
                </a:lnTo>
                <a:lnTo>
                  <a:pt x="2945424" y="4024249"/>
                </a:lnTo>
                <a:lnTo>
                  <a:pt x="0" y="4024249"/>
                </a:lnTo>
                <a:close/>
              </a:path>
            </a:pathLst>
          </a:custGeom>
          <a:solidFill>
            <a:srgbClr val="FF8E6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3D31B1B-F5A8-20E1-11C7-F3677A9412CF}"/>
              </a:ext>
            </a:extLst>
          </p:cNvPr>
          <p:cNvSpPr/>
          <p:nvPr userDrawn="1"/>
        </p:nvSpPr>
        <p:spPr>
          <a:xfrm>
            <a:off x="380497" y="1913324"/>
            <a:ext cx="3630168" cy="4024249"/>
          </a:xfrm>
          <a:custGeom>
            <a:avLst/>
            <a:gdLst>
              <a:gd name="connsiteX0" fmla="*/ 0 w 3630168"/>
              <a:gd name="connsiteY0" fmla="*/ 0 h 4024249"/>
              <a:gd name="connsiteX1" fmla="*/ 3630168 w 3630168"/>
              <a:gd name="connsiteY1" fmla="*/ 0 h 4024249"/>
              <a:gd name="connsiteX2" fmla="*/ 3630168 w 3630168"/>
              <a:gd name="connsiteY2" fmla="*/ 3680263 h 4024249"/>
              <a:gd name="connsiteX3" fmla="*/ 2942195 w 3630168"/>
              <a:gd name="connsiteY3" fmla="*/ 4024249 h 4024249"/>
              <a:gd name="connsiteX4" fmla="*/ 0 w 3630168"/>
              <a:gd name="connsiteY4" fmla="*/ 4024249 h 402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4024249">
                <a:moveTo>
                  <a:pt x="0" y="0"/>
                </a:moveTo>
                <a:lnTo>
                  <a:pt x="3630168" y="0"/>
                </a:lnTo>
                <a:lnTo>
                  <a:pt x="3630168" y="3680263"/>
                </a:lnTo>
                <a:lnTo>
                  <a:pt x="2942195" y="4024249"/>
                </a:lnTo>
                <a:lnTo>
                  <a:pt x="0" y="4024249"/>
                </a:lnTo>
                <a:close/>
              </a:path>
            </a:pathLst>
          </a:custGeom>
          <a:solidFill>
            <a:srgbClr val="FF6E8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C780D8D-DFB0-34D1-4335-A28B4956B9C2}"/>
              </a:ext>
            </a:extLst>
          </p:cNvPr>
          <p:cNvSpPr/>
          <p:nvPr userDrawn="1"/>
        </p:nvSpPr>
        <p:spPr>
          <a:xfrm>
            <a:off x="8172501" y="1913324"/>
            <a:ext cx="3630168" cy="4024249"/>
          </a:xfrm>
          <a:custGeom>
            <a:avLst/>
            <a:gdLst>
              <a:gd name="connsiteX0" fmla="*/ 0 w 3630168"/>
              <a:gd name="connsiteY0" fmla="*/ 0 h 4024249"/>
              <a:gd name="connsiteX1" fmla="*/ 3630168 w 3630168"/>
              <a:gd name="connsiteY1" fmla="*/ 0 h 4024249"/>
              <a:gd name="connsiteX2" fmla="*/ 3630168 w 3630168"/>
              <a:gd name="connsiteY2" fmla="*/ 3684370 h 4024249"/>
              <a:gd name="connsiteX3" fmla="*/ 2950409 w 3630168"/>
              <a:gd name="connsiteY3" fmla="*/ 4024249 h 4024249"/>
              <a:gd name="connsiteX4" fmla="*/ 0 w 3630168"/>
              <a:gd name="connsiteY4" fmla="*/ 4024249 h 402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4024249">
                <a:moveTo>
                  <a:pt x="0" y="0"/>
                </a:moveTo>
                <a:lnTo>
                  <a:pt x="3630168" y="0"/>
                </a:lnTo>
                <a:lnTo>
                  <a:pt x="3630168" y="3684370"/>
                </a:lnTo>
                <a:lnTo>
                  <a:pt x="2950409" y="4024249"/>
                </a:lnTo>
                <a:lnTo>
                  <a:pt x="0" y="4024249"/>
                </a:lnTo>
                <a:close/>
              </a:path>
            </a:pathLst>
          </a:custGeom>
          <a:solidFill>
            <a:srgbClr val="FFCD2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68F27E1-7F03-A788-2B79-8BAD7A27AC94}"/>
              </a:ext>
            </a:extLst>
          </p:cNvPr>
          <p:cNvSpPr/>
          <p:nvPr/>
        </p:nvSpPr>
        <p:spPr>
          <a:xfrm>
            <a:off x="4277184" y="1913324"/>
            <a:ext cx="3630168" cy="4024249"/>
          </a:xfrm>
          <a:custGeom>
            <a:avLst/>
            <a:gdLst>
              <a:gd name="connsiteX0" fmla="*/ 0 w 3630168"/>
              <a:gd name="connsiteY0" fmla="*/ 0 h 4024249"/>
              <a:gd name="connsiteX1" fmla="*/ 3630168 w 3630168"/>
              <a:gd name="connsiteY1" fmla="*/ 0 h 4024249"/>
              <a:gd name="connsiteX2" fmla="*/ 3630168 w 3630168"/>
              <a:gd name="connsiteY2" fmla="*/ 3681877 h 4024249"/>
              <a:gd name="connsiteX3" fmla="*/ 2945424 w 3630168"/>
              <a:gd name="connsiteY3" fmla="*/ 4024249 h 4024249"/>
              <a:gd name="connsiteX4" fmla="*/ 0 w 3630168"/>
              <a:gd name="connsiteY4" fmla="*/ 4024249 h 402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4024249">
                <a:moveTo>
                  <a:pt x="0" y="0"/>
                </a:moveTo>
                <a:lnTo>
                  <a:pt x="3630168" y="0"/>
                </a:lnTo>
                <a:lnTo>
                  <a:pt x="3630168" y="3681877"/>
                </a:lnTo>
                <a:lnTo>
                  <a:pt x="2945424" y="4024249"/>
                </a:lnTo>
                <a:lnTo>
                  <a:pt x="0" y="4024249"/>
                </a:lnTo>
                <a:close/>
              </a:path>
            </a:pathLst>
          </a:custGeom>
          <a:solidFill>
            <a:srgbClr val="FF8E6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DADC5747-D71F-1AA7-B2EB-515EBF9C2F51}"/>
              </a:ext>
            </a:extLst>
          </p:cNvPr>
          <p:cNvSpPr/>
          <p:nvPr/>
        </p:nvSpPr>
        <p:spPr>
          <a:xfrm>
            <a:off x="380497" y="1913324"/>
            <a:ext cx="3630168" cy="4024249"/>
          </a:xfrm>
          <a:custGeom>
            <a:avLst/>
            <a:gdLst>
              <a:gd name="connsiteX0" fmla="*/ 0 w 3630168"/>
              <a:gd name="connsiteY0" fmla="*/ 0 h 4024249"/>
              <a:gd name="connsiteX1" fmla="*/ 3630168 w 3630168"/>
              <a:gd name="connsiteY1" fmla="*/ 0 h 4024249"/>
              <a:gd name="connsiteX2" fmla="*/ 3630168 w 3630168"/>
              <a:gd name="connsiteY2" fmla="*/ 3680263 h 4024249"/>
              <a:gd name="connsiteX3" fmla="*/ 2942195 w 3630168"/>
              <a:gd name="connsiteY3" fmla="*/ 4024249 h 4024249"/>
              <a:gd name="connsiteX4" fmla="*/ 0 w 3630168"/>
              <a:gd name="connsiteY4" fmla="*/ 4024249 h 402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4024249">
                <a:moveTo>
                  <a:pt x="0" y="0"/>
                </a:moveTo>
                <a:lnTo>
                  <a:pt x="3630168" y="0"/>
                </a:lnTo>
                <a:lnTo>
                  <a:pt x="3630168" y="3680263"/>
                </a:lnTo>
                <a:lnTo>
                  <a:pt x="2942195" y="4024249"/>
                </a:lnTo>
                <a:lnTo>
                  <a:pt x="0" y="4024249"/>
                </a:lnTo>
                <a:close/>
              </a:path>
            </a:pathLst>
          </a:custGeom>
          <a:solidFill>
            <a:srgbClr val="FF6E8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CBF2FBA-4C97-2D48-A078-DD519CC00740}"/>
              </a:ext>
            </a:extLst>
          </p:cNvPr>
          <p:cNvSpPr/>
          <p:nvPr/>
        </p:nvSpPr>
        <p:spPr>
          <a:xfrm>
            <a:off x="8172501" y="1913324"/>
            <a:ext cx="3630168" cy="4024249"/>
          </a:xfrm>
          <a:custGeom>
            <a:avLst/>
            <a:gdLst>
              <a:gd name="connsiteX0" fmla="*/ 0 w 3630168"/>
              <a:gd name="connsiteY0" fmla="*/ 0 h 4024249"/>
              <a:gd name="connsiteX1" fmla="*/ 3630168 w 3630168"/>
              <a:gd name="connsiteY1" fmla="*/ 0 h 4024249"/>
              <a:gd name="connsiteX2" fmla="*/ 3630168 w 3630168"/>
              <a:gd name="connsiteY2" fmla="*/ 3684370 h 4024249"/>
              <a:gd name="connsiteX3" fmla="*/ 2950409 w 3630168"/>
              <a:gd name="connsiteY3" fmla="*/ 4024249 h 4024249"/>
              <a:gd name="connsiteX4" fmla="*/ 0 w 3630168"/>
              <a:gd name="connsiteY4" fmla="*/ 4024249 h 402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168" h="4024249">
                <a:moveTo>
                  <a:pt x="0" y="0"/>
                </a:moveTo>
                <a:lnTo>
                  <a:pt x="3630168" y="0"/>
                </a:lnTo>
                <a:lnTo>
                  <a:pt x="3630168" y="3684370"/>
                </a:lnTo>
                <a:lnTo>
                  <a:pt x="2950409" y="4024249"/>
                </a:lnTo>
                <a:lnTo>
                  <a:pt x="0" y="4024249"/>
                </a:lnTo>
                <a:close/>
              </a:path>
            </a:pathLst>
          </a:custGeom>
          <a:solidFill>
            <a:srgbClr val="FFCD2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8"/>
            <a:ext cx="11443602" cy="555278"/>
          </a:xfrm>
        </p:spPr>
        <p:txBody>
          <a:bodyPr/>
          <a:lstStyle/>
          <a:p>
            <a:r>
              <a:rPr lang="en-US"/>
              <a:t>Click to edit Master title style</a:t>
            </a:r>
          </a:p>
        </p:txBody>
      </p:sp>
      <p:sp>
        <p:nvSpPr>
          <p:cNvPr id="10" name="Text Placeholder 8">
            <a:extLst>
              <a:ext uri="{FF2B5EF4-FFF2-40B4-BE49-F238E27FC236}">
                <a16:creationId xmlns:a16="http://schemas.microsoft.com/office/drawing/2014/main" id="{91526134-BC86-55AE-6999-B43F635D7E2E}"/>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Text Placeholder 1">
            <a:extLst>
              <a:ext uri="{FF2B5EF4-FFF2-40B4-BE49-F238E27FC236}">
                <a16:creationId xmlns:a16="http://schemas.microsoft.com/office/drawing/2014/main" id="{D35D3B3E-22D5-68B6-12DD-46864A2BCBAA}"/>
              </a:ext>
            </a:extLst>
          </p:cNvPr>
          <p:cNvSpPr>
            <a:spLocks noGrp="1"/>
          </p:cNvSpPr>
          <p:nvPr>
            <p:ph type="body" idx="1"/>
          </p:nvPr>
        </p:nvSpPr>
        <p:spPr>
          <a:xfrm>
            <a:off x="711200" y="2094899"/>
            <a:ext cx="2946400" cy="679277"/>
          </a:xfrm>
        </p:spPr>
        <p:txBody>
          <a:bodyPr lIns="0" rIns="0" anchor="b" anchorCtr="0">
            <a:normAutofit/>
          </a:bodyPr>
          <a:lstStyle>
            <a:lvl1pPr marL="0" indent="0">
              <a:lnSpc>
                <a:spcPct val="100000"/>
              </a:lnSpc>
              <a:spcBef>
                <a:spcPts val="0"/>
              </a:spcBef>
              <a:buNone/>
              <a:defRPr sz="16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1">
            <a:extLst>
              <a:ext uri="{FF2B5EF4-FFF2-40B4-BE49-F238E27FC236}">
                <a16:creationId xmlns:a16="http://schemas.microsoft.com/office/drawing/2014/main" id="{9E8AB61A-BE2A-5884-617D-6053A88B4630}"/>
              </a:ext>
            </a:extLst>
          </p:cNvPr>
          <p:cNvSpPr>
            <a:spLocks noGrp="1"/>
          </p:cNvSpPr>
          <p:nvPr>
            <p:ph sz="half" idx="2"/>
          </p:nvPr>
        </p:nvSpPr>
        <p:spPr>
          <a:xfrm>
            <a:off x="711200" y="3020654"/>
            <a:ext cx="2946400" cy="2576586"/>
          </a:xfrm>
        </p:spPr>
        <p:txBody>
          <a:bodyPr lIns="0" rIns="0" b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D10E844-599A-7AAF-EF5A-7D215C3F4EFF}"/>
              </a:ext>
            </a:extLst>
          </p:cNvPr>
          <p:cNvSpPr>
            <a:spLocks noGrp="1"/>
          </p:cNvSpPr>
          <p:nvPr>
            <p:ph type="body" sz="quarter" idx="3"/>
          </p:nvPr>
        </p:nvSpPr>
        <p:spPr>
          <a:xfrm>
            <a:off x="4611116" y="2093815"/>
            <a:ext cx="2946400" cy="679277"/>
          </a:xfrm>
        </p:spPr>
        <p:txBody>
          <a:bodyPr lIns="0" rIns="0" anchor="b" anchorCtr="0">
            <a:normAutofit/>
          </a:bodyPr>
          <a:lstStyle>
            <a:lvl1pPr marL="0" indent="0">
              <a:lnSpc>
                <a:spcPct val="100000"/>
              </a:lnSpc>
              <a:spcBef>
                <a:spcPts val="0"/>
              </a:spcBef>
              <a:buNone/>
              <a:defRPr sz="16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2">
            <a:extLst>
              <a:ext uri="{FF2B5EF4-FFF2-40B4-BE49-F238E27FC236}">
                <a16:creationId xmlns:a16="http://schemas.microsoft.com/office/drawing/2014/main" id="{A2BDEE36-7CD8-F44D-9F9A-15CB7F2C2B07}"/>
              </a:ext>
            </a:extLst>
          </p:cNvPr>
          <p:cNvSpPr>
            <a:spLocks noGrp="1"/>
          </p:cNvSpPr>
          <p:nvPr>
            <p:ph sz="quarter" idx="4"/>
          </p:nvPr>
        </p:nvSpPr>
        <p:spPr>
          <a:xfrm>
            <a:off x="4611116" y="3020654"/>
            <a:ext cx="2946400" cy="2576582"/>
          </a:xfrm>
        </p:spPr>
        <p:txBody>
          <a:bodyPr lIns="0" rIns="0" b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3">
            <a:extLst>
              <a:ext uri="{FF2B5EF4-FFF2-40B4-BE49-F238E27FC236}">
                <a16:creationId xmlns:a16="http://schemas.microsoft.com/office/drawing/2014/main" id="{FF43D79F-72DD-65AE-B5FD-74EBA0D6D3B3}"/>
              </a:ext>
            </a:extLst>
          </p:cNvPr>
          <p:cNvSpPr>
            <a:spLocks noGrp="1"/>
          </p:cNvSpPr>
          <p:nvPr>
            <p:ph type="body" sz="quarter" idx="14"/>
          </p:nvPr>
        </p:nvSpPr>
        <p:spPr>
          <a:xfrm>
            <a:off x="8507803" y="2093815"/>
            <a:ext cx="2946400" cy="679277"/>
          </a:xfrm>
        </p:spPr>
        <p:txBody>
          <a:bodyPr lIns="0" rIns="0" anchor="b" anchorCtr="0">
            <a:normAutofit/>
          </a:bodyPr>
          <a:lstStyle>
            <a:lvl1pPr marL="0" indent="0">
              <a:lnSpc>
                <a:spcPct val="100000"/>
              </a:lnSpc>
              <a:spcBef>
                <a:spcPts val="0"/>
              </a:spcBef>
              <a:buNone/>
              <a:defRPr sz="16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6A74C9E3-002A-0CCE-31C0-B74312612943}"/>
              </a:ext>
            </a:extLst>
          </p:cNvPr>
          <p:cNvSpPr>
            <a:spLocks noGrp="1"/>
          </p:cNvSpPr>
          <p:nvPr>
            <p:ph sz="quarter" idx="15"/>
          </p:nvPr>
        </p:nvSpPr>
        <p:spPr>
          <a:xfrm>
            <a:off x="8507803" y="3020654"/>
            <a:ext cx="2946400" cy="2576582"/>
          </a:xfrm>
        </p:spPr>
        <p:txBody>
          <a:bodyPr lIns="0" rIns="0" b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ack background with yellow letters&#10;&#10;AI-generated content may be incorrect.">
            <a:extLst>
              <a:ext uri="{FF2B5EF4-FFF2-40B4-BE49-F238E27FC236}">
                <a16:creationId xmlns:a16="http://schemas.microsoft.com/office/drawing/2014/main" id="{8B1C2B0F-E0CD-235C-1384-0820412BBD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14" name="Straight Connector 13">
            <a:extLst>
              <a:ext uri="{FF2B5EF4-FFF2-40B4-BE49-F238E27FC236}">
                <a16:creationId xmlns:a16="http://schemas.microsoft.com/office/drawing/2014/main" id="{91BBB39D-6D05-5853-2091-D5C532FD5DAB}"/>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46B4083-18E6-5A9E-5A5F-DDF109ECCEE4}"/>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158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ontent+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8"/>
            <a:ext cx="11443602" cy="555278"/>
          </a:xfrm>
        </p:spPr>
        <p:txBody>
          <a:bodyPr/>
          <a:lstStyle/>
          <a:p>
            <a:r>
              <a:rPr lang="en-US"/>
              <a:t>Click to edit Master title style</a:t>
            </a:r>
          </a:p>
        </p:txBody>
      </p:sp>
      <p:sp>
        <p:nvSpPr>
          <p:cNvPr id="10" name="Text Placeholder 8">
            <a:extLst>
              <a:ext uri="{FF2B5EF4-FFF2-40B4-BE49-F238E27FC236}">
                <a16:creationId xmlns:a16="http://schemas.microsoft.com/office/drawing/2014/main" id="{91526134-BC86-55AE-6999-B43F635D7E2E}"/>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Text Placeholder 1">
            <a:extLst>
              <a:ext uri="{FF2B5EF4-FFF2-40B4-BE49-F238E27FC236}">
                <a16:creationId xmlns:a16="http://schemas.microsoft.com/office/drawing/2014/main" id="{D35D3B3E-22D5-68B6-12DD-46864A2BCBAA}"/>
              </a:ext>
            </a:extLst>
          </p:cNvPr>
          <p:cNvSpPr>
            <a:spLocks noGrp="1"/>
          </p:cNvSpPr>
          <p:nvPr>
            <p:ph type="body" idx="1"/>
          </p:nvPr>
        </p:nvSpPr>
        <p:spPr>
          <a:xfrm>
            <a:off x="381000"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1">
            <a:extLst>
              <a:ext uri="{FF2B5EF4-FFF2-40B4-BE49-F238E27FC236}">
                <a16:creationId xmlns:a16="http://schemas.microsoft.com/office/drawing/2014/main" id="{9E8AB61A-BE2A-5884-617D-6053A88B4630}"/>
              </a:ext>
            </a:extLst>
          </p:cNvPr>
          <p:cNvSpPr>
            <a:spLocks noGrp="1"/>
          </p:cNvSpPr>
          <p:nvPr>
            <p:ph sz="half" idx="2"/>
          </p:nvPr>
        </p:nvSpPr>
        <p:spPr>
          <a:xfrm>
            <a:off x="381000" y="2654105"/>
            <a:ext cx="5568696" cy="3535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D10E844-599A-7AAF-EF5A-7D215C3F4EFF}"/>
              </a:ext>
            </a:extLst>
          </p:cNvPr>
          <p:cNvSpPr>
            <a:spLocks noGrp="1"/>
          </p:cNvSpPr>
          <p:nvPr>
            <p:ph type="body" sz="quarter" idx="3"/>
          </p:nvPr>
        </p:nvSpPr>
        <p:spPr>
          <a:xfrm>
            <a:off x="6224376"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hart Placeholder 2">
            <a:extLst>
              <a:ext uri="{FF2B5EF4-FFF2-40B4-BE49-F238E27FC236}">
                <a16:creationId xmlns:a16="http://schemas.microsoft.com/office/drawing/2014/main" id="{D25BEC66-8107-8EF7-2B35-FEEED52119F8}"/>
              </a:ext>
            </a:extLst>
          </p:cNvPr>
          <p:cNvSpPr>
            <a:spLocks noGrp="1"/>
          </p:cNvSpPr>
          <p:nvPr>
            <p:ph type="chart" sz="quarter" idx="14"/>
          </p:nvPr>
        </p:nvSpPr>
        <p:spPr>
          <a:xfrm>
            <a:off x="6219825" y="2654300"/>
            <a:ext cx="5568950" cy="3535363"/>
          </a:xfrm>
          <a:noFill/>
          <a:ln>
            <a:noFill/>
          </a:ln>
        </p:spPr>
        <p:style>
          <a:lnRef idx="0">
            <a:scrgbClr r="0" g="0" b="0"/>
          </a:lnRef>
          <a:fillRef idx="0">
            <a:scrgbClr r="0" g="0" b="0"/>
          </a:fillRef>
          <a:effectRef idx="0">
            <a:scrgbClr r="0" g="0" b="0"/>
          </a:effectRef>
          <a:fontRef idx="minor">
            <a:schemeClr val="dk1"/>
          </a:fontRef>
        </p:style>
        <p:txBody>
          <a:bodyPr/>
          <a:lstStyle>
            <a:lvl1pPr>
              <a:defRPr>
                <a:solidFill>
                  <a:schemeClr val="tx1"/>
                </a:solidFill>
              </a:defRPr>
            </a:lvl1pPr>
          </a:lstStyle>
          <a:p>
            <a:r>
              <a:rPr lang="en-US"/>
              <a:t>Click icon to add chart</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3" name="Group 12">
            <a:extLst>
              <a:ext uri="{FF2B5EF4-FFF2-40B4-BE49-F238E27FC236}">
                <a16:creationId xmlns:a16="http://schemas.microsoft.com/office/drawing/2014/main" id="{E68295AB-E386-031F-236F-768F7F6965A1}"/>
              </a:ext>
            </a:extLst>
          </p:cNvPr>
          <p:cNvGrpSpPr/>
          <p:nvPr/>
        </p:nvGrpSpPr>
        <p:grpSpPr>
          <a:xfrm>
            <a:off x="380497" y="2361367"/>
            <a:ext cx="5587658" cy="144735"/>
            <a:chOff x="380497" y="1888670"/>
            <a:chExt cx="5587658" cy="144735"/>
          </a:xfrm>
        </p:grpSpPr>
        <p:pic>
          <p:nvPicPr>
            <p:cNvPr id="14" name="Graphic 13">
              <a:extLst>
                <a:ext uri="{FF2B5EF4-FFF2-40B4-BE49-F238E27FC236}">
                  <a16:creationId xmlns:a16="http://schemas.microsoft.com/office/drawing/2014/main" id="{8BF78718-38FB-D6D8-736A-3975DBEDC7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32292A5F-91E9-3CE7-BC15-CFDBD32F8762}"/>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4843C4B1-302A-517D-2D12-158DE0FD3A4B}"/>
              </a:ext>
            </a:extLst>
          </p:cNvPr>
          <p:cNvGrpSpPr/>
          <p:nvPr/>
        </p:nvGrpSpPr>
        <p:grpSpPr>
          <a:xfrm>
            <a:off x="6220113" y="2361367"/>
            <a:ext cx="5587658" cy="144735"/>
            <a:chOff x="380497" y="1888670"/>
            <a:chExt cx="5587658" cy="144735"/>
          </a:xfrm>
        </p:grpSpPr>
        <p:pic>
          <p:nvPicPr>
            <p:cNvPr id="17" name="Graphic 16">
              <a:extLst>
                <a:ext uri="{FF2B5EF4-FFF2-40B4-BE49-F238E27FC236}">
                  <a16:creationId xmlns:a16="http://schemas.microsoft.com/office/drawing/2014/main" id="{47DFCCD3-FFDA-11AE-232C-3D4FF6DBA9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FCF77C5-D561-B541-8604-B94B29365A78}"/>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6" name="Group 5">
            <a:extLst>
              <a:ext uri="{FF2B5EF4-FFF2-40B4-BE49-F238E27FC236}">
                <a16:creationId xmlns:a16="http://schemas.microsoft.com/office/drawing/2014/main" id="{B847017A-409B-6B8B-206B-ACBFCE999D27}"/>
              </a:ext>
            </a:extLst>
          </p:cNvPr>
          <p:cNvGrpSpPr/>
          <p:nvPr/>
        </p:nvGrpSpPr>
        <p:grpSpPr>
          <a:xfrm>
            <a:off x="380497" y="6476611"/>
            <a:ext cx="11427274" cy="271909"/>
            <a:chOff x="380497" y="6476611"/>
            <a:chExt cx="11427274" cy="271909"/>
          </a:xfrm>
        </p:grpSpPr>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2D265DC0-8C2D-AD5B-551E-B4832E9B328A}"/>
              </a:ext>
            </a:extLst>
          </p:cNvPr>
          <p:cNvGrpSpPr/>
          <p:nvPr userDrawn="1"/>
        </p:nvGrpSpPr>
        <p:grpSpPr>
          <a:xfrm>
            <a:off x="380497" y="2361367"/>
            <a:ext cx="5587658" cy="144735"/>
            <a:chOff x="380497" y="1888670"/>
            <a:chExt cx="5587658" cy="144735"/>
          </a:xfrm>
        </p:grpSpPr>
        <p:pic>
          <p:nvPicPr>
            <p:cNvPr id="12" name="Graphic 11">
              <a:extLst>
                <a:ext uri="{FF2B5EF4-FFF2-40B4-BE49-F238E27FC236}">
                  <a16:creationId xmlns:a16="http://schemas.microsoft.com/office/drawing/2014/main" id="{16B1F11E-EBC0-93A4-A277-DBBFD9E133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2" name="Straight Connector 21">
              <a:extLst>
                <a:ext uri="{FF2B5EF4-FFF2-40B4-BE49-F238E27FC236}">
                  <a16:creationId xmlns:a16="http://schemas.microsoft.com/office/drawing/2014/main" id="{F411DDA1-82C4-0137-9C4D-6ADE19D02CD4}"/>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2DE150A0-CE73-D2FB-59E3-1BC96B89E364}"/>
              </a:ext>
            </a:extLst>
          </p:cNvPr>
          <p:cNvGrpSpPr/>
          <p:nvPr userDrawn="1"/>
        </p:nvGrpSpPr>
        <p:grpSpPr>
          <a:xfrm>
            <a:off x="6220113" y="2361367"/>
            <a:ext cx="5587658" cy="144735"/>
            <a:chOff x="380497" y="1888670"/>
            <a:chExt cx="5587658" cy="144735"/>
          </a:xfrm>
        </p:grpSpPr>
        <p:pic>
          <p:nvPicPr>
            <p:cNvPr id="24" name="Graphic 23">
              <a:extLst>
                <a:ext uri="{FF2B5EF4-FFF2-40B4-BE49-F238E27FC236}">
                  <a16:creationId xmlns:a16="http://schemas.microsoft.com/office/drawing/2014/main" id="{03ED3D08-418B-AE0A-5449-5E2107D5E4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D89DBE47-30C1-F96D-AA14-98FCDA4AEE62}"/>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6" name="Picture 25" descr="A black background with yellow letters&#10;&#10;AI-generated content may be incorrect.">
            <a:extLst>
              <a:ext uri="{FF2B5EF4-FFF2-40B4-BE49-F238E27FC236}">
                <a16:creationId xmlns:a16="http://schemas.microsoft.com/office/drawing/2014/main" id="{4412FA99-84F9-999A-4117-C376133157F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27" name="Group 26">
            <a:extLst>
              <a:ext uri="{FF2B5EF4-FFF2-40B4-BE49-F238E27FC236}">
                <a16:creationId xmlns:a16="http://schemas.microsoft.com/office/drawing/2014/main" id="{1BBC9BC1-1F2F-EA87-DDD5-29A2F33007FA}"/>
              </a:ext>
            </a:extLst>
          </p:cNvPr>
          <p:cNvGrpSpPr/>
          <p:nvPr userDrawn="1"/>
        </p:nvGrpSpPr>
        <p:grpSpPr>
          <a:xfrm>
            <a:off x="380497" y="6476611"/>
            <a:ext cx="11427274" cy="271909"/>
            <a:chOff x="380497" y="6476611"/>
            <a:chExt cx="11427274" cy="271909"/>
          </a:xfrm>
        </p:grpSpPr>
        <p:cxnSp>
          <p:nvCxnSpPr>
            <p:cNvPr id="28" name="Straight Connector 27">
              <a:extLst>
                <a:ext uri="{FF2B5EF4-FFF2-40B4-BE49-F238E27FC236}">
                  <a16:creationId xmlns:a16="http://schemas.microsoft.com/office/drawing/2014/main" id="{7D4FC179-C3D5-7755-AB1D-5C3B0EFB732D}"/>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F704E58-9CC6-FF38-4F40-E3968167D351}"/>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76308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wo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2286-6641-6504-5B53-669A6A241A7D}"/>
              </a:ext>
            </a:extLst>
          </p:cNvPr>
          <p:cNvSpPr>
            <a:spLocks noGrp="1"/>
          </p:cNvSpPr>
          <p:nvPr>
            <p:ph type="title"/>
          </p:nvPr>
        </p:nvSpPr>
        <p:spPr>
          <a:xfrm>
            <a:off x="381000" y="338328"/>
            <a:ext cx="11443602" cy="555278"/>
          </a:xfrm>
        </p:spPr>
        <p:txBody>
          <a:bodyPr/>
          <a:lstStyle/>
          <a:p>
            <a:r>
              <a:rPr lang="en-US"/>
              <a:t>Click to edit Master title style</a:t>
            </a:r>
          </a:p>
        </p:txBody>
      </p:sp>
      <p:sp>
        <p:nvSpPr>
          <p:cNvPr id="10" name="Text Placeholder 8">
            <a:extLst>
              <a:ext uri="{FF2B5EF4-FFF2-40B4-BE49-F238E27FC236}">
                <a16:creationId xmlns:a16="http://schemas.microsoft.com/office/drawing/2014/main" id="{91526134-BC86-55AE-6999-B43F635D7E2E}"/>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Text Placeholder 1">
            <a:extLst>
              <a:ext uri="{FF2B5EF4-FFF2-40B4-BE49-F238E27FC236}">
                <a16:creationId xmlns:a16="http://schemas.microsoft.com/office/drawing/2014/main" id="{D35D3B3E-22D5-68B6-12DD-46864A2BCBAA}"/>
              </a:ext>
            </a:extLst>
          </p:cNvPr>
          <p:cNvSpPr>
            <a:spLocks noGrp="1"/>
          </p:cNvSpPr>
          <p:nvPr>
            <p:ph type="body" idx="1"/>
          </p:nvPr>
        </p:nvSpPr>
        <p:spPr>
          <a:xfrm>
            <a:off x="381000"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hart Placeholder 1">
            <a:extLst>
              <a:ext uri="{FF2B5EF4-FFF2-40B4-BE49-F238E27FC236}">
                <a16:creationId xmlns:a16="http://schemas.microsoft.com/office/drawing/2014/main" id="{8E2DCC1D-B19F-BAB8-E4BA-FF1350A67085}"/>
              </a:ext>
            </a:extLst>
          </p:cNvPr>
          <p:cNvSpPr>
            <a:spLocks noGrp="1"/>
          </p:cNvSpPr>
          <p:nvPr>
            <p:ph type="chart" sz="quarter" idx="15"/>
          </p:nvPr>
        </p:nvSpPr>
        <p:spPr>
          <a:xfrm>
            <a:off x="384048" y="2654300"/>
            <a:ext cx="5568950" cy="3535363"/>
          </a:xfrm>
          <a:noFill/>
          <a:ln>
            <a:noFill/>
          </a:ln>
        </p:spPr>
        <p:style>
          <a:lnRef idx="0">
            <a:scrgbClr r="0" g="0" b="0"/>
          </a:lnRef>
          <a:fillRef idx="0">
            <a:scrgbClr r="0" g="0" b="0"/>
          </a:fillRef>
          <a:effectRef idx="0">
            <a:scrgbClr r="0" g="0" b="0"/>
          </a:effectRef>
          <a:fontRef idx="minor">
            <a:schemeClr val="dk1"/>
          </a:fontRef>
        </p:style>
        <p:txBody>
          <a:bodyPr/>
          <a:lstStyle>
            <a:lvl1pPr>
              <a:defRPr>
                <a:solidFill>
                  <a:srgbClr val="1E1405"/>
                </a:solidFill>
              </a:defRPr>
            </a:lvl1pPr>
          </a:lstStyle>
          <a:p>
            <a:r>
              <a:rPr lang="en-US"/>
              <a:t>Click icon to add chart</a:t>
            </a:r>
          </a:p>
        </p:txBody>
      </p:sp>
      <p:sp>
        <p:nvSpPr>
          <p:cNvPr id="5" name="Text Placeholder 2">
            <a:extLst>
              <a:ext uri="{FF2B5EF4-FFF2-40B4-BE49-F238E27FC236}">
                <a16:creationId xmlns:a16="http://schemas.microsoft.com/office/drawing/2014/main" id="{5D10E844-599A-7AAF-EF5A-7D215C3F4EFF}"/>
              </a:ext>
            </a:extLst>
          </p:cNvPr>
          <p:cNvSpPr>
            <a:spLocks noGrp="1"/>
          </p:cNvSpPr>
          <p:nvPr>
            <p:ph type="body" sz="quarter" idx="3"/>
          </p:nvPr>
        </p:nvSpPr>
        <p:spPr>
          <a:xfrm>
            <a:off x="6224376" y="1681162"/>
            <a:ext cx="5568696" cy="679277"/>
          </a:xfrm>
        </p:spPr>
        <p:txBody>
          <a:bodyPr anchor="ctr" anchorCtr="0">
            <a:normAutofit/>
          </a:bodyPr>
          <a:lstStyle>
            <a:lvl1pPr marL="0" indent="0">
              <a:lnSpc>
                <a:spcPct val="10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hart Placeholder 2">
            <a:extLst>
              <a:ext uri="{FF2B5EF4-FFF2-40B4-BE49-F238E27FC236}">
                <a16:creationId xmlns:a16="http://schemas.microsoft.com/office/drawing/2014/main" id="{D25BEC66-8107-8EF7-2B35-FEEED52119F8}"/>
              </a:ext>
            </a:extLst>
          </p:cNvPr>
          <p:cNvSpPr>
            <a:spLocks noGrp="1"/>
          </p:cNvSpPr>
          <p:nvPr>
            <p:ph type="chart" sz="quarter" idx="14"/>
          </p:nvPr>
        </p:nvSpPr>
        <p:spPr>
          <a:xfrm>
            <a:off x="6219825" y="2654300"/>
            <a:ext cx="5568950" cy="3535363"/>
          </a:xfrm>
          <a:noFill/>
          <a:ln>
            <a:noFill/>
          </a:ln>
        </p:spPr>
        <p:style>
          <a:lnRef idx="0">
            <a:scrgbClr r="0" g="0" b="0"/>
          </a:lnRef>
          <a:fillRef idx="0">
            <a:scrgbClr r="0" g="0" b="0"/>
          </a:fillRef>
          <a:effectRef idx="0">
            <a:scrgbClr r="0" g="0" b="0"/>
          </a:effectRef>
          <a:fontRef idx="minor">
            <a:schemeClr val="dk1"/>
          </a:fontRef>
        </p:style>
        <p:txBody>
          <a:bodyPr/>
          <a:lstStyle>
            <a:lvl1pPr>
              <a:defRPr>
                <a:solidFill>
                  <a:srgbClr val="1E1405"/>
                </a:solidFill>
              </a:defRPr>
            </a:lvl1pPr>
          </a:lstStyle>
          <a:p>
            <a:r>
              <a:rPr lang="en-US"/>
              <a:t>Click icon to add chart</a:t>
            </a:r>
          </a:p>
        </p:txBody>
      </p:sp>
      <p:sp>
        <p:nvSpPr>
          <p:cNvPr id="8" name="Footer Placeholder 7">
            <a:extLst>
              <a:ext uri="{FF2B5EF4-FFF2-40B4-BE49-F238E27FC236}">
                <a16:creationId xmlns:a16="http://schemas.microsoft.com/office/drawing/2014/main" id="{C3E2BDD4-9ACC-AD5F-118D-0211B958F9F7}"/>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77E9C835-F26E-9607-5717-6961F67DDD9A}"/>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3" name="Group 12">
            <a:extLst>
              <a:ext uri="{FF2B5EF4-FFF2-40B4-BE49-F238E27FC236}">
                <a16:creationId xmlns:a16="http://schemas.microsoft.com/office/drawing/2014/main" id="{E68295AB-E386-031F-236F-768F7F6965A1}"/>
              </a:ext>
            </a:extLst>
          </p:cNvPr>
          <p:cNvGrpSpPr/>
          <p:nvPr/>
        </p:nvGrpSpPr>
        <p:grpSpPr>
          <a:xfrm>
            <a:off x="380497" y="2361367"/>
            <a:ext cx="5587658" cy="144735"/>
            <a:chOff x="380497" y="1888670"/>
            <a:chExt cx="5587658" cy="144735"/>
          </a:xfrm>
        </p:grpSpPr>
        <p:pic>
          <p:nvPicPr>
            <p:cNvPr id="14" name="Graphic 13">
              <a:extLst>
                <a:ext uri="{FF2B5EF4-FFF2-40B4-BE49-F238E27FC236}">
                  <a16:creationId xmlns:a16="http://schemas.microsoft.com/office/drawing/2014/main" id="{8BF78718-38FB-D6D8-736A-3975DBEDC7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32292A5F-91E9-3CE7-BC15-CFDBD32F8762}"/>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4843C4B1-302A-517D-2D12-158DE0FD3A4B}"/>
              </a:ext>
            </a:extLst>
          </p:cNvPr>
          <p:cNvGrpSpPr/>
          <p:nvPr/>
        </p:nvGrpSpPr>
        <p:grpSpPr>
          <a:xfrm>
            <a:off x="6220113" y="2361367"/>
            <a:ext cx="5587658" cy="144735"/>
            <a:chOff x="380497" y="1888670"/>
            <a:chExt cx="5587658" cy="144735"/>
          </a:xfrm>
        </p:grpSpPr>
        <p:pic>
          <p:nvPicPr>
            <p:cNvPr id="17" name="Graphic 16">
              <a:extLst>
                <a:ext uri="{FF2B5EF4-FFF2-40B4-BE49-F238E27FC236}">
                  <a16:creationId xmlns:a16="http://schemas.microsoft.com/office/drawing/2014/main" id="{47DFCCD3-FFDA-11AE-232C-3D4FF6DBA9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FCF77C5-D561-B541-8604-B94B29365A78}"/>
                </a:ext>
              </a:extLst>
            </p:cNvPr>
            <p:cNvCxnSpPr>
              <a:cxnSpLocks/>
            </p:cNvCxnSpPr>
            <p:nvPr/>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9" name="Picture 18" descr="A black background with yellow letters&#10;&#10;AI-generated content may be incorrect.">
            <a:extLst>
              <a:ext uri="{FF2B5EF4-FFF2-40B4-BE49-F238E27FC236}">
                <a16:creationId xmlns:a16="http://schemas.microsoft.com/office/drawing/2014/main" id="{E2CD4021-81F9-765C-A4D0-52D440C36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4" name="Group 3">
            <a:extLst>
              <a:ext uri="{FF2B5EF4-FFF2-40B4-BE49-F238E27FC236}">
                <a16:creationId xmlns:a16="http://schemas.microsoft.com/office/drawing/2014/main" id="{6E720316-5E8D-F90D-6CC1-BFB150C9714D}"/>
              </a:ext>
            </a:extLst>
          </p:cNvPr>
          <p:cNvGrpSpPr/>
          <p:nvPr/>
        </p:nvGrpSpPr>
        <p:grpSpPr>
          <a:xfrm>
            <a:off x="380497" y="6476611"/>
            <a:ext cx="11427274" cy="271909"/>
            <a:chOff x="380497" y="6476611"/>
            <a:chExt cx="11427274" cy="271909"/>
          </a:xfrm>
        </p:grpSpPr>
        <p:cxnSp>
          <p:nvCxnSpPr>
            <p:cNvPr id="20" name="Straight Connector 19">
              <a:extLst>
                <a:ext uri="{FF2B5EF4-FFF2-40B4-BE49-F238E27FC236}">
                  <a16:creationId xmlns:a16="http://schemas.microsoft.com/office/drawing/2014/main" id="{9BE7CBAF-DCF3-C013-5FB5-483192AF9B6A}"/>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618D222-023A-BC75-A602-E2FA1F73105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FD15D1D-A266-4E6E-1B70-44E732F5D122}"/>
              </a:ext>
            </a:extLst>
          </p:cNvPr>
          <p:cNvGrpSpPr/>
          <p:nvPr userDrawn="1"/>
        </p:nvGrpSpPr>
        <p:grpSpPr>
          <a:xfrm>
            <a:off x="380497" y="2361367"/>
            <a:ext cx="5587658" cy="144735"/>
            <a:chOff x="380497" y="1888670"/>
            <a:chExt cx="5587658" cy="144735"/>
          </a:xfrm>
        </p:grpSpPr>
        <p:pic>
          <p:nvPicPr>
            <p:cNvPr id="12" name="Graphic 11">
              <a:extLst>
                <a:ext uri="{FF2B5EF4-FFF2-40B4-BE49-F238E27FC236}">
                  <a16:creationId xmlns:a16="http://schemas.microsoft.com/office/drawing/2014/main" id="{F1B04459-A0A0-5E4C-59CD-553F2D0ACE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2" name="Straight Connector 21">
              <a:extLst>
                <a:ext uri="{FF2B5EF4-FFF2-40B4-BE49-F238E27FC236}">
                  <a16:creationId xmlns:a16="http://schemas.microsoft.com/office/drawing/2014/main" id="{841FE34D-34D3-E58D-0309-183B1F8CF889}"/>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EF96AA35-2E23-9F94-71EA-625735824346}"/>
              </a:ext>
            </a:extLst>
          </p:cNvPr>
          <p:cNvGrpSpPr/>
          <p:nvPr userDrawn="1"/>
        </p:nvGrpSpPr>
        <p:grpSpPr>
          <a:xfrm>
            <a:off x="6220113" y="2361367"/>
            <a:ext cx="5587658" cy="144735"/>
            <a:chOff x="380497" y="1888670"/>
            <a:chExt cx="5587658" cy="144735"/>
          </a:xfrm>
        </p:grpSpPr>
        <p:pic>
          <p:nvPicPr>
            <p:cNvPr id="24" name="Graphic 23">
              <a:extLst>
                <a:ext uri="{FF2B5EF4-FFF2-40B4-BE49-F238E27FC236}">
                  <a16:creationId xmlns:a16="http://schemas.microsoft.com/office/drawing/2014/main" id="{A4125B58-9FF6-3F9E-D1EF-BC2E03A42B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A2243045-4C09-34E2-8E5E-21B879CA180A}"/>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6" name="Picture 25" descr="A black background with yellow letters&#10;&#10;AI-generated content may be incorrect.">
            <a:extLst>
              <a:ext uri="{FF2B5EF4-FFF2-40B4-BE49-F238E27FC236}">
                <a16:creationId xmlns:a16="http://schemas.microsoft.com/office/drawing/2014/main" id="{F6FC1FB1-DC50-E722-2510-73FAF16CE86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27" name="Group 26">
            <a:extLst>
              <a:ext uri="{FF2B5EF4-FFF2-40B4-BE49-F238E27FC236}">
                <a16:creationId xmlns:a16="http://schemas.microsoft.com/office/drawing/2014/main" id="{BF3AA059-AECF-2165-FC1E-EBBF2E62B29A}"/>
              </a:ext>
            </a:extLst>
          </p:cNvPr>
          <p:cNvGrpSpPr/>
          <p:nvPr userDrawn="1"/>
        </p:nvGrpSpPr>
        <p:grpSpPr>
          <a:xfrm>
            <a:off x="380497" y="6476611"/>
            <a:ext cx="11427274" cy="271909"/>
            <a:chOff x="380497" y="6476611"/>
            <a:chExt cx="11427274" cy="271909"/>
          </a:xfrm>
        </p:grpSpPr>
        <p:cxnSp>
          <p:nvCxnSpPr>
            <p:cNvPr id="28" name="Straight Connector 27">
              <a:extLst>
                <a:ext uri="{FF2B5EF4-FFF2-40B4-BE49-F238E27FC236}">
                  <a16:creationId xmlns:a16="http://schemas.microsoft.com/office/drawing/2014/main" id="{DC1DDFEC-6341-9A51-4EF5-EE91F076F260}"/>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8B7F6C7-C340-5C30-FF39-05579C25558E}"/>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17299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611D0F-4D10-318B-FD7E-92262DD1B2DE}"/>
              </a:ext>
            </a:extLst>
          </p:cNvPr>
          <p:cNvSpPr>
            <a:spLocks noGrp="1"/>
          </p:cNvSpPr>
          <p:nvPr>
            <p:ph type="ftr" sz="quarter" idx="11"/>
          </p:nvPr>
        </p:nvSpPr>
        <p:spPr/>
        <p:txBody>
          <a:bodyPr/>
          <a:lstStyle/>
          <a:p>
            <a:r>
              <a:rPr lang="en-US"/>
              <a:t>© 2025 CoreLogic, Inc.</a:t>
            </a:r>
          </a:p>
        </p:txBody>
      </p:sp>
      <p:sp>
        <p:nvSpPr>
          <p:cNvPr id="4" name="Slide Number Placeholder 3">
            <a:extLst>
              <a:ext uri="{FF2B5EF4-FFF2-40B4-BE49-F238E27FC236}">
                <a16:creationId xmlns:a16="http://schemas.microsoft.com/office/drawing/2014/main" id="{755D8BC1-0A89-A009-F1F9-BE913A66497B}"/>
              </a:ext>
            </a:extLst>
          </p:cNvPr>
          <p:cNvSpPr>
            <a:spLocks noGrp="1"/>
          </p:cNvSpPr>
          <p:nvPr>
            <p:ph type="sldNum" sz="quarter" idx="12"/>
          </p:nvPr>
        </p:nvSpPr>
        <p:spPr/>
        <p:txBody>
          <a:bodyPr/>
          <a:lstStyle/>
          <a:p>
            <a:fld id="{CEECFCA9-F77F-4627-B4FF-32A2978341AA}" type="slidenum">
              <a:rPr lang="en-US" smtClean="0"/>
              <a:t>‹#›</a:t>
            </a:fld>
            <a:endParaRPr lang="en-US"/>
          </a:p>
        </p:txBody>
      </p:sp>
      <p:pic>
        <p:nvPicPr>
          <p:cNvPr id="8" name="Picture 7">
            <a:extLst>
              <a:ext uri="{FF2B5EF4-FFF2-40B4-BE49-F238E27FC236}">
                <a16:creationId xmlns:a16="http://schemas.microsoft.com/office/drawing/2014/main" id="{562B1012-1F07-C830-2D42-4067C9446A17}"/>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grpSp>
        <p:nvGrpSpPr>
          <p:cNvPr id="2" name="Group 1">
            <a:extLst>
              <a:ext uri="{FF2B5EF4-FFF2-40B4-BE49-F238E27FC236}">
                <a16:creationId xmlns:a16="http://schemas.microsoft.com/office/drawing/2014/main" id="{7DF7035A-38EB-6163-0920-391DFD3B39E3}"/>
              </a:ext>
            </a:extLst>
          </p:cNvPr>
          <p:cNvGrpSpPr/>
          <p:nvPr/>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94A0D048-498F-DF80-FA16-8336449B091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7991FD-DA83-0B15-5152-87769E08E0D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0444F8B3-50E1-0C7F-1064-92EFF68EB0E3}"/>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a:off x="382304" y="6556212"/>
            <a:ext cx="798455" cy="227696"/>
          </a:xfrm>
          <a:prstGeom prst="rect">
            <a:avLst/>
          </a:prstGeom>
        </p:spPr>
      </p:pic>
      <p:grpSp>
        <p:nvGrpSpPr>
          <p:cNvPr id="6" name="Group 5">
            <a:extLst>
              <a:ext uri="{FF2B5EF4-FFF2-40B4-BE49-F238E27FC236}">
                <a16:creationId xmlns:a16="http://schemas.microsoft.com/office/drawing/2014/main" id="{91ECB5BC-658A-C92A-7AB9-4928B3815C4E}"/>
              </a:ext>
            </a:extLst>
          </p:cNvPr>
          <p:cNvGrpSpPr/>
          <p:nvPr userDrawn="1"/>
        </p:nvGrpSpPr>
        <p:grpSpPr>
          <a:xfrm>
            <a:off x="380497" y="6476611"/>
            <a:ext cx="11427274" cy="271909"/>
            <a:chOff x="380497" y="6476611"/>
            <a:chExt cx="11427274" cy="271909"/>
          </a:xfrm>
        </p:grpSpPr>
        <p:cxnSp>
          <p:nvCxnSpPr>
            <p:cNvPr id="7" name="Straight Connector 6">
              <a:extLst>
                <a:ext uri="{FF2B5EF4-FFF2-40B4-BE49-F238E27FC236}">
                  <a16:creationId xmlns:a16="http://schemas.microsoft.com/office/drawing/2014/main" id="{A307AD75-9B60-F45D-A552-A5809867EE94}"/>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4037DA1-B5E4-BA1A-4633-375C1498B26B}"/>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15673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Header, Subhead 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611D0F-4D10-318B-FD7E-92262DD1B2DE}"/>
              </a:ext>
            </a:extLst>
          </p:cNvPr>
          <p:cNvSpPr>
            <a:spLocks noGrp="1"/>
          </p:cNvSpPr>
          <p:nvPr>
            <p:ph type="ftr" sz="quarter" idx="11"/>
          </p:nvPr>
        </p:nvSpPr>
        <p:spPr/>
        <p:txBody>
          <a:bodyPr/>
          <a:lstStyle/>
          <a:p>
            <a:r>
              <a:rPr lang="en-US"/>
              <a:t>© 2025 CoreLogic, Inc.</a:t>
            </a:r>
          </a:p>
        </p:txBody>
      </p:sp>
      <p:sp>
        <p:nvSpPr>
          <p:cNvPr id="4" name="Slide Number Placeholder 3">
            <a:extLst>
              <a:ext uri="{FF2B5EF4-FFF2-40B4-BE49-F238E27FC236}">
                <a16:creationId xmlns:a16="http://schemas.microsoft.com/office/drawing/2014/main" id="{755D8BC1-0A89-A009-F1F9-BE913A66497B}"/>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2" name="Group 1">
            <a:extLst>
              <a:ext uri="{FF2B5EF4-FFF2-40B4-BE49-F238E27FC236}">
                <a16:creationId xmlns:a16="http://schemas.microsoft.com/office/drawing/2014/main" id="{7DF7035A-38EB-6163-0920-391DFD3B39E3}"/>
              </a:ext>
            </a:extLst>
          </p:cNvPr>
          <p:cNvGrpSpPr/>
          <p:nvPr/>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94A0D048-498F-DF80-FA16-8336449B091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7991FD-DA83-0B15-5152-87769E08E0D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itle 1">
            <a:extLst>
              <a:ext uri="{FF2B5EF4-FFF2-40B4-BE49-F238E27FC236}">
                <a16:creationId xmlns:a16="http://schemas.microsoft.com/office/drawing/2014/main" id="{037D8A3E-4D9D-0305-185C-B019432862D9}"/>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7" name="Text Placeholder 8">
            <a:extLst>
              <a:ext uri="{FF2B5EF4-FFF2-40B4-BE49-F238E27FC236}">
                <a16:creationId xmlns:a16="http://schemas.microsoft.com/office/drawing/2014/main" id="{C1F780A8-7D47-F96A-F754-CC03C5B76BDC}"/>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pic>
        <p:nvPicPr>
          <p:cNvPr id="11" name="Picture 10" descr="A black background with yellow letters&#10;&#10;AI-generated content may be incorrect.">
            <a:extLst>
              <a:ext uri="{FF2B5EF4-FFF2-40B4-BE49-F238E27FC236}">
                <a16:creationId xmlns:a16="http://schemas.microsoft.com/office/drawing/2014/main" id="{24246B42-8041-613E-DC57-DFCBC56283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56C3CBE6-D8C7-1387-D4C5-F65616CB6034}"/>
              </a:ext>
            </a:extLst>
          </p:cNvPr>
          <p:cNvGrpSpPr/>
          <p:nvPr userDrawn="1"/>
        </p:nvGrpSpPr>
        <p:grpSpPr>
          <a:xfrm>
            <a:off x="380497" y="6476611"/>
            <a:ext cx="11427274" cy="271909"/>
            <a:chOff x="380497" y="6476611"/>
            <a:chExt cx="11427274" cy="271909"/>
          </a:xfrm>
        </p:grpSpPr>
        <p:cxnSp>
          <p:nvCxnSpPr>
            <p:cNvPr id="8" name="Straight Connector 7">
              <a:extLst>
                <a:ext uri="{FF2B5EF4-FFF2-40B4-BE49-F238E27FC236}">
                  <a16:creationId xmlns:a16="http://schemas.microsoft.com/office/drawing/2014/main" id="{B517AD51-1502-3367-5CB8-26BE503C2847}"/>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DB4D992-0A62-712E-66C5-652DBA765973}"/>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3" name="Picture 12" descr="A black background with yellow letters&#10;&#10;AI-generated content may be incorrect.">
            <a:extLst>
              <a:ext uri="{FF2B5EF4-FFF2-40B4-BE49-F238E27FC236}">
                <a16:creationId xmlns:a16="http://schemas.microsoft.com/office/drawing/2014/main" id="{63928B06-D67C-3D44-6D84-D33D822239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spTree>
    <p:extLst>
      <p:ext uri="{BB962C8B-B14F-4D97-AF65-F5344CB8AC3E}">
        <p14:creationId xmlns:p14="http://schemas.microsoft.com/office/powerpoint/2010/main" val="286279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Header, Subhead conten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611D0F-4D10-318B-FD7E-92262DD1B2DE}"/>
              </a:ext>
            </a:extLst>
          </p:cNvPr>
          <p:cNvSpPr>
            <a:spLocks noGrp="1"/>
          </p:cNvSpPr>
          <p:nvPr>
            <p:ph type="ftr" sz="quarter" idx="11"/>
          </p:nvPr>
        </p:nvSpPr>
        <p:spPr/>
        <p:txBody>
          <a:bodyPr/>
          <a:lstStyle/>
          <a:p>
            <a:r>
              <a:rPr lang="en-US"/>
              <a:t>© 2025 CoreLogic, Inc.</a:t>
            </a:r>
          </a:p>
        </p:txBody>
      </p:sp>
      <p:sp>
        <p:nvSpPr>
          <p:cNvPr id="4" name="Slide Number Placeholder 3">
            <a:extLst>
              <a:ext uri="{FF2B5EF4-FFF2-40B4-BE49-F238E27FC236}">
                <a16:creationId xmlns:a16="http://schemas.microsoft.com/office/drawing/2014/main" id="{755D8BC1-0A89-A009-F1F9-BE913A66497B}"/>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2" name="Group 1">
            <a:extLst>
              <a:ext uri="{FF2B5EF4-FFF2-40B4-BE49-F238E27FC236}">
                <a16:creationId xmlns:a16="http://schemas.microsoft.com/office/drawing/2014/main" id="{7DF7035A-38EB-6163-0920-391DFD3B39E3}"/>
              </a:ext>
            </a:extLst>
          </p:cNvPr>
          <p:cNvGrpSpPr/>
          <p:nvPr/>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94A0D048-498F-DF80-FA16-8336449B091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7991FD-DA83-0B15-5152-87769E08E0D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itle 1">
            <a:extLst>
              <a:ext uri="{FF2B5EF4-FFF2-40B4-BE49-F238E27FC236}">
                <a16:creationId xmlns:a16="http://schemas.microsoft.com/office/drawing/2014/main" id="{037D8A3E-4D9D-0305-185C-B019432862D9}"/>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7" name="Text Placeholder 8">
            <a:extLst>
              <a:ext uri="{FF2B5EF4-FFF2-40B4-BE49-F238E27FC236}">
                <a16:creationId xmlns:a16="http://schemas.microsoft.com/office/drawing/2014/main" id="{C1F780A8-7D47-F96A-F754-CC03C5B76BDC}"/>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pic>
        <p:nvPicPr>
          <p:cNvPr id="11" name="Picture 10" descr="A black background with yellow letters&#10;&#10;AI-generated content may be incorrect.">
            <a:extLst>
              <a:ext uri="{FF2B5EF4-FFF2-40B4-BE49-F238E27FC236}">
                <a16:creationId xmlns:a16="http://schemas.microsoft.com/office/drawing/2014/main" id="{89CD1558-53C5-F197-AE29-3F49FAE89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E17B85C2-9674-5CA4-C911-D70914F9CA5B}"/>
              </a:ext>
            </a:extLst>
          </p:cNvPr>
          <p:cNvGrpSpPr/>
          <p:nvPr userDrawn="1"/>
        </p:nvGrpSpPr>
        <p:grpSpPr>
          <a:xfrm>
            <a:off x="380497" y="6476611"/>
            <a:ext cx="11427274" cy="271909"/>
            <a:chOff x="380497" y="6476611"/>
            <a:chExt cx="11427274" cy="271909"/>
          </a:xfrm>
        </p:grpSpPr>
        <p:cxnSp>
          <p:nvCxnSpPr>
            <p:cNvPr id="8" name="Straight Connector 7">
              <a:extLst>
                <a:ext uri="{FF2B5EF4-FFF2-40B4-BE49-F238E27FC236}">
                  <a16:creationId xmlns:a16="http://schemas.microsoft.com/office/drawing/2014/main" id="{2720C61A-3957-34D7-6B41-64EC598C4CE1}"/>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CCF7DF3-9B4D-6578-834B-CE0F121B30B9}"/>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3" name="Picture 12" descr="A black background with yellow letters&#10;&#10;AI-generated content may be incorrect.">
            <a:extLst>
              <a:ext uri="{FF2B5EF4-FFF2-40B4-BE49-F238E27FC236}">
                <a16:creationId xmlns:a16="http://schemas.microsoft.com/office/drawing/2014/main" id="{3495C4FA-FE4A-2F9B-6FD3-0151F70246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sp>
        <p:nvSpPr>
          <p:cNvPr id="14" name="Content Placeholder 2">
            <a:extLst>
              <a:ext uri="{FF2B5EF4-FFF2-40B4-BE49-F238E27FC236}">
                <a16:creationId xmlns:a16="http://schemas.microsoft.com/office/drawing/2014/main" id="{21813D27-43EA-15DD-52C8-335467FD941E}"/>
              </a:ext>
            </a:extLst>
          </p:cNvPr>
          <p:cNvSpPr>
            <a:spLocks noGrp="1"/>
          </p:cNvSpPr>
          <p:nvPr>
            <p:ph idx="1"/>
          </p:nvPr>
        </p:nvSpPr>
        <p:spPr>
          <a:xfrm>
            <a:off x="380497" y="1673832"/>
            <a:ext cx="11426770" cy="46367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722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eader 2 lines, Subhead 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611D0F-4D10-318B-FD7E-92262DD1B2DE}"/>
              </a:ext>
            </a:extLst>
          </p:cNvPr>
          <p:cNvSpPr>
            <a:spLocks noGrp="1"/>
          </p:cNvSpPr>
          <p:nvPr>
            <p:ph type="ftr" sz="quarter" idx="11"/>
          </p:nvPr>
        </p:nvSpPr>
        <p:spPr/>
        <p:txBody>
          <a:bodyPr/>
          <a:lstStyle/>
          <a:p>
            <a:r>
              <a:rPr lang="en-US"/>
              <a:t>© 2025 CoreLogic, Inc.</a:t>
            </a:r>
          </a:p>
        </p:txBody>
      </p:sp>
      <p:sp>
        <p:nvSpPr>
          <p:cNvPr id="4" name="Slide Number Placeholder 3">
            <a:extLst>
              <a:ext uri="{FF2B5EF4-FFF2-40B4-BE49-F238E27FC236}">
                <a16:creationId xmlns:a16="http://schemas.microsoft.com/office/drawing/2014/main" id="{755D8BC1-0A89-A009-F1F9-BE913A66497B}"/>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2" name="Group 1">
            <a:extLst>
              <a:ext uri="{FF2B5EF4-FFF2-40B4-BE49-F238E27FC236}">
                <a16:creationId xmlns:a16="http://schemas.microsoft.com/office/drawing/2014/main" id="{7DF7035A-38EB-6163-0920-391DFD3B39E3}"/>
              </a:ext>
            </a:extLst>
          </p:cNvPr>
          <p:cNvGrpSpPr/>
          <p:nvPr/>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94A0D048-498F-DF80-FA16-8336449B091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7991FD-DA83-0B15-5152-87769E08E0D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itle 1">
            <a:extLst>
              <a:ext uri="{FF2B5EF4-FFF2-40B4-BE49-F238E27FC236}">
                <a16:creationId xmlns:a16="http://schemas.microsoft.com/office/drawing/2014/main" id="{037D8A3E-4D9D-0305-185C-B019432862D9}"/>
              </a:ext>
            </a:extLst>
          </p:cNvPr>
          <p:cNvSpPr>
            <a:spLocks noGrp="1"/>
          </p:cNvSpPr>
          <p:nvPr>
            <p:ph type="title"/>
          </p:nvPr>
        </p:nvSpPr>
        <p:spPr>
          <a:xfrm>
            <a:off x="380497" y="339211"/>
            <a:ext cx="11427274" cy="940945"/>
          </a:xfrm>
        </p:spPr>
        <p:txBody>
          <a:bodyPr>
            <a:normAutofit/>
          </a:bodyPr>
          <a:lstStyle>
            <a:lvl1pPr>
              <a:defRPr/>
            </a:lvl1pPr>
          </a:lstStyle>
          <a:p>
            <a:r>
              <a:rPr lang="en-US"/>
              <a:t>Click to edit Master title style</a:t>
            </a:r>
          </a:p>
        </p:txBody>
      </p:sp>
      <p:sp>
        <p:nvSpPr>
          <p:cNvPr id="7" name="Text Placeholder 8">
            <a:extLst>
              <a:ext uri="{FF2B5EF4-FFF2-40B4-BE49-F238E27FC236}">
                <a16:creationId xmlns:a16="http://schemas.microsoft.com/office/drawing/2014/main" id="{C1F780A8-7D47-F96A-F754-CC03C5B76BDC}"/>
              </a:ext>
            </a:extLst>
          </p:cNvPr>
          <p:cNvSpPr>
            <a:spLocks noGrp="1"/>
          </p:cNvSpPr>
          <p:nvPr>
            <p:ph type="body" sz="quarter" idx="13"/>
          </p:nvPr>
        </p:nvSpPr>
        <p:spPr>
          <a:xfrm>
            <a:off x="381000" y="1362456"/>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pic>
        <p:nvPicPr>
          <p:cNvPr id="8" name="Picture 7" descr="A black background with yellow letters&#10;&#10;AI-generated content may be incorrect.">
            <a:extLst>
              <a:ext uri="{FF2B5EF4-FFF2-40B4-BE49-F238E27FC236}">
                <a16:creationId xmlns:a16="http://schemas.microsoft.com/office/drawing/2014/main" id="{CBC7B794-F06D-9641-505C-E6574FC3C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FD961937-F97C-597A-E3C7-CA6924D7D485}"/>
              </a:ext>
            </a:extLst>
          </p:cNvPr>
          <p:cNvGrpSpPr/>
          <p:nvPr userDrawn="1"/>
        </p:nvGrpSpPr>
        <p:grpSpPr>
          <a:xfrm>
            <a:off x="380497" y="6476611"/>
            <a:ext cx="11427274" cy="271909"/>
            <a:chOff x="380497" y="6476611"/>
            <a:chExt cx="11427274" cy="271909"/>
          </a:xfrm>
        </p:grpSpPr>
        <p:cxnSp>
          <p:nvCxnSpPr>
            <p:cNvPr id="11" name="Straight Connector 10">
              <a:extLst>
                <a:ext uri="{FF2B5EF4-FFF2-40B4-BE49-F238E27FC236}">
                  <a16:creationId xmlns:a16="http://schemas.microsoft.com/office/drawing/2014/main" id="{DD520B9C-473C-AB79-1633-C3164483999F}"/>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575DF7A-93F0-5089-13DA-D0D721DFB50D}"/>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3" name="Picture 12" descr="A black background with yellow letters&#10;&#10;AI-generated content may be incorrect.">
            <a:extLst>
              <a:ext uri="{FF2B5EF4-FFF2-40B4-BE49-F238E27FC236}">
                <a16:creationId xmlns:a16="http://schemas.microsoft.com/office/drawing/2014/main" id="{97E791E1-F590-E856-D967-7E234A3466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spTree>
    <p:extLst>
      <p:ext uri="{BB962C8B-B14F-4D97-AF65-F5344CB8AC3E}">
        <p14:creationId xmlns:p14="http://schemas.microsoft.com/office/powerpoint/2010/main" val="224897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leadership/speak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611D0F-4D10-318B-FD7E-92262DD1B2DE}"/>
              </a:ext>
            </a:extLst>
          </p:cNvPr>
          <p:cNvSpPr>
            <a:spLocks noGrp="1"/>
          </p:cNvSpPr>
          <p:nvPr>
            <p:ph type="ftr" sz="quarter" idx="11"/>
          </p:nvPr>
        </p:nvSpPr>
        <p:spPr/>
        <p:txBody>
          <a:bodyPr/>
          <a:lstStyle/>
          <a:p>
            <a:r>
              <a:rPr lang="en-US"/>
              <a:t>© 2025 CoreLogic, Inc.</a:t>
            </a:r>
          </a:p>
        </p:txBody>
      </p:sp>
      <p:sp>
        <p:nvSpPr>
          <p:cNvPr id="4" name="Slide Number Placeholder 3">
            <a:extLst>
              <a:ext uri="{FF2B5EF4-FFF2-40B4-BE49-F238E27FC236}">
                <a16:creationId xmlns:a16="http://schemas.microsoft.com/office/drawing/2014/main" id="{755D8BC1-0A89-A009-F1F9-BE913A66497B}"/>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2" name="Group 1">
            <a:extLst>
              <a:ext uri="{FF2B5EF4-FFF2-40B4-BE49-F238E27FC236}">
                <a16:creationId xmlns:a16="http://schemas.microsoft.com/office/drawing/2014/main" id="{7DF7035A-38EB-6163-0920-391DFD3B39E3}"/>
              </a:ext>
            </a:extLst>
          </p:cNvPr>
          <p:cNvGrpSpPr/>
          <p:nvPr/>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94A0D048-498F-DF80-FA16-8336449B091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7991FD-DA83-0B15-5152-87769E08E0D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itle 1">
            <a:extLst>
              <a:ext uri="{FF2B5EF4-FFF2-40B4-BE49-F238E27FC236}">
                <a16:creationId xmlns:a16="http://schemas.microsoft.com/office/drawing/2014/main" id="{037D8A3E-4D9D-0305-185C-B019432862D9}"/>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7" name="Text Placeholder 8">
            <a:extLst>
              <a:ext uri="{FF2B5EF4-FFF2-40B4-BE49-F238E27FC236}">
                <a16:creationId xmlns:a16="http://schemas.microsoft.com/office/drawing/2014/main" id="{C1F780A8-7D47-F96A-F754-CC03C5B76BDC}"/>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20" name="Text Placeholder 19">
            <a:extLst>
              <a:ext uri="{FF2B5EF4-FFF2-40B4-BE49-F238E27FC236}">
                <a16:creationId xmlns:a16="http://schemas.microsoft.com/office/drawing/2014/main" id="{2D0AFE76-7633-35C0-3C2C-B2B829AC52B9}"/>
              </a:ext>
            </a:extLst>
          </p:cNvPr>
          <p:cNvSpPr>
            <a:spLocks noGrp="1"/>
          </p:cNvSpPr>
          <p:nvPr>
            <p:ph type="body" sz="quarter" idx="22" hasCustomPrompt="1"/>
          </p:nvPr>
        </p:nvSpPr>
        <p:spPr>
          <a:xfrm>
            <a:off x="481713"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1" name="Text Placeholder 19">
            <a:extLst>
              <a:ext uri="{FF2B5EF4-FFF2-40B4-BE49-F238E27FC236}">
                <a16:creationId xmlns:a16="http://schemas.microsoft.com/office/drawing/2014/main" id="{BC94CFB3-6C01-D5B2-6DE9-05A45E63EF1B}"/>
              </a:ext>
            </a:extLst>
          </p:cNvPr>
          <p:cNvSpPr>
            <a:spLocks noGrp="1"/>
          </p:cNvSpPr>
          <p:nvPr>
            <p:ph type="body" sz="quarter" idx="23" hasCustomPrompt="1"/>
          </p:nvPr>
        </p:nvSpPr>
        <p:spPr>
          <a:xfrm>
            <a:off x="481713"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2" name="Group 21">
            <a:extLst>
              <a:ext uri="{FF2B5EF4-FFF2-40B4-BE49-F238E27FC236}">
                <a16:creationId xmlns:a16="http://schemas.microsoft.com/office/drawing/2014/main" id="{8116BA95-29AC-56CE-F64B-17186E14CCF6}"/>
              </a:ext>
            </a:extLst>
          </p:cNvPr>
          <p:cNvGrpSpPr/>
          <p:nvPr/>
        </p:nvGrpSpPr>
        <p:grpSpPr>
          <a:xfrm flipH="1">
            <a:off x="481585" y="3167273"/>
            <a:ext cx="1240384" cy="144735"/>
            <a:chOff x="380497" y="1888670"/>
            <a:chExt cx="1240384" cy="144735"/>
          </a:xfrm>
        </p:grpSpPr>
        <p:pic>
          <p:nvPicPr>
            <p:cNvPr id="23" name="Graphic 22">
              <a:extLst>
                <a:ext uri="{FF2B5EF4-FFF2-40B4-BE49-F238E27FC236}">
                  <a16:creationId xmlns:a16="http://schemas.microsoft.com/office/drawing/2014/main" id="{E9809D81-9661-D15F-7263-C3549CDC83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4" name="Straight Connector 23">
              <a:extLst>
                <a:ext uri="{FF2B5EF4-FFF2-40B4-BE49-F238E27FC236}">
                  <a16:creationId xmlns:a16="http://schemas.microsoft.com/office/drawing/2014/main" id="{57A028E0-6954-9DD2-39E1-5D87D30B6E74}"/>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64" name="Text Placeholder 19">
            <a:extLst>
              <a:ext uri="{FF2B5EF4-FFF2-40B4-BE49-F238E27FC236}">
                <a16:creationId xmlns:a16="http://schemas.microsoft.com/office/drawing/2014/main" id="{269D4F12-591E-77A8-3B2A-AE56B234A034}"/>
              </a:ext>
            </a:extLst>
          </p:cNvPr>
          <p:cNvSpPr>
            <a:spLocks noGrp="1"/>
          </p:cNvSpPr>
          <p:nvPr>
            <p:ph type="body" sz="quarter" idx="25" hasCustomPrompt="1"/>
          </p:nvPr>
        </p:nvSpPr>
        <p:spPr>
          <a:xfrm>
            <a:off x="1958176"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165" name="Text Placeholder 19">
            <a:extLst>
              <a:ext uri="{FF2B5EF4-FFF2-40B4-BE49-F238E27FC236}">
                <a16:creationId xmlns:a16="http://schemas.microsoft.com/office/drawing/2014/main" id="{2047AFCC-EB5B-1098-9470-BC5BDEB9B6BD}"/>
              </a:ext>
            </a:extLst>
          </p:cNvPr>
          <p:cNvSpPr>
            <a:spLocks noGrp="1"/>
          </p:cNvSpPr>
          <p:nvPr>
            <p:ph type="body" sz="quarter" idx="26" hasCustomPrompt="1"/>
          </p:nvPr>
        </p:nvSpPr>
        <p:spPr>
          <a:xfrm>
            <a:off x="1958176"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166" name="Group 165">
            <a:extLst>
              <a:ext uri="{FF2B5EF4-FFF2-40B4-BE49-F238E27FC236}">
                <a16:creationId xmlns:a16="http://schemas.microsoft.com/office/drawing/2014/main" id="{6B2A63BB-9A69-EA47-B81F-868755FF10CB}"/>
              </a:ext>
            </a:extLst>
          </p:cNvPr>
          <p:cNvGrpSpPr/>
          <p:nvPr/>
        </p:nvGrpSpPr>
        <p:grpSpPr>
          <a:xfrm flipH="1">
            <a:off x="1958048" y="3167273"/>
            <a:ext cx="1240384" cy="144735"/>
            <a:chOff x="380497" y="1888670"/>
            <a:chExt cx="1240384" cy="144735"/>
          </a:xfrm>
        </p:grpSpPr>
        <p:pic>
          <p:nvPicPr>
            <p:cNvPr id="167" name="Graphic 166">
              <a:extLst>
                <a:ext uri="{FF2B5EF4-FFF2-40B4-BE49-F238E27FC236}">
                  <a16:creationId xmlns:a16="http://schemas.microsoft.com/office/drawing/2014/main" id="{09CDD3A0-DF93-455A-051A-F3E1B60D43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8" name="Straight Connector 167">
              <a:extLst>
                <a:ext uri="{FF2B5EF4-FFF2-40B4-BE49-F238E27FC236}">
                  <a16:creationId xmlns:a16="http://schemas.microsoft.com/office/drawing/2014/main" id="{010F246E-A041-5327-0E4F-148C9BBF90A7}"/>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70" name="Text Placeholder 19">
            <a:extLst>
              <a:ext uri="{FF2B5EF4-FFF2-40B4-BE49-F238E27FC236}">
                <a16:creationId xmlns:a16="http://schemas.microsoft.com/office/drawing/2014/main" id="{85A1002C-BA69-8D33-B6BE-61FB342B5156}"/>
              </a:ext>
            </a:extLst>
          </p:cNvPr>
          <p:cNvSpPr>
            <a:spLocks noGrp="1"/>
          </p:cNvSpPr>
          <p:nvPr>
            <p:ph type="body" sz="quarter" idx="28" hasCustomPrompt="1"/>
          </p:nvPr>
        </p:nvSpPr>
        <p:spPr>
          <a:xfrm>
            <a:off x="3434639"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171" name="Text Placeholder 19">
            <a:extLst>
              <a:ext uri="{FF2B5EF4-FFF2-40B4-BE49-F238E27FC236}">
                <a16:creationId xmlns:a16="http://schemas.microsoft.com/office/drawing/2014/main" id="{E755E4FF-3965-A37D-31C0-E3B170382247}"/>
              </a:ext>
            </a:extLst>
          </p:cNvPr>
          <p:cNvSpPr>
            <a:spLocks noGrp="1"/>
          </p:cNvSpPr>
          <p:nvPr>
            <p:ph type="body" sz="quarter" idx="29" hasCustomPrompt="1"/>
          </p:nvPr>
        </p:nvSpPr>
        <p:spPr>
          <a:xfrm>
            <a:off x="3434639"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172" name="Group 171">
            <a:extLst>
              <a:ext uri="{FF2B5EF4-FFF2-40B4-BE49-F238E27FC236}">
                <a16:creationId xmlns:a16="http://schemas.microsoft.com/office/drawing/2014/main" id="{3E3A97D7-9279-A7B4-9C12-A7153F934505}"/>
              </a:ext>
            </a:extLst>
          </p:cNvPr>
          <p:cNvGrpSpPr/>
          <p:nvPr/>
        </p:nvGrpSpPr>
        <p:grpSpPr>
          <a:xfrm flipH="1">
            <a:off x="3434511" y="3167273"/>
            <a:ext cx="1240384" cy="144735"/>
            <a:chOff x="380497" y="1888670"/>
            <a:chExt cx="1240384" cy="144735"/>
          </a:xfrm>
        </p:grpSpPr>
        <p:pic>
          <p:nvPicPr>
            <p:cNvPr id="173" name="Graphic 172">
              <a:extLst>
                <a:ext uri="{FF2B5EF4-FFF2-40B4-BE49-F238E27FC236}">
                  <a16:creationId xmlns:a16="http://schemas.microsoft.com/office/drawing/2014/main" id="{2822A064-6E62-D97B-8879-0F6EDE917E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74" name="Straight Connector 173">
              <a:extLst>
                <a:ext uri="{FF2B5EF4-FFF2-40B4-BE49-F238E27FC236}">
                  <a16:creationId xmlns:a16="http://schemas.microsoft.com/office/drawing/2014/main" id="{377CD894-A8E3-E399-9F5C-46962BFD206A}"/>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76" name="Text Placeholder 19">
            <a:extLst>
              <a:ext uri="{FF2B5EF4-FFF2-40B4-BE49-F238E27FC236}">
                <a16:creationId xmlns:a16="http://schemas.microsoft.com/office/drawing/2014/main" id="{C7AEC05B-EFF6-403D-267E-4EE78977F1A9}"/>
              </a:ext>
            </a:extLst>
          </p:cNvPr>
          <p:cNvSpPr>
            <a:spLocks noGrp="1"/>
          </p:cNvSpPr>
          <p:nvPr>
            <p:ph type="body" sz="quarter" idx="31" hasCustomPrompt="1"/>
          </p:nvPr>
        </p:nvSpPr>
        <p:spPr>
          <a:xfrm>
            <a:off x="4850659"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177" name="Text Placeholder 19">
            <a:extLst>
              <a:ext uri="{FF2B5EF4-FFF2-40B4-BE49-F238E27FC236}">
                <a16:creationId xmlns:a16="http://schemas.microsoft.com/office/drawing/2014/main" id="{D5423650-1518-9CA7-22C3-7456713A5AB4}"/>
              </a:ext>
            </a:extLst>
          </p:cNvPr>
          <p:cNvSpPr>
            <a:spLocks noGrp="1"/>
          </p:cNvSpPr>
          <p:nvPr>
            <p:ph type="body" sz="quarter" idx="32" hasCustomPrompt="1"/>
          </p:nvPr>
        </p:nvSpPr>
        <p:spPr>
          <a:xfrm>
            <a:off x="4850659"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178" name="Group 177">
            <a:extLst>
              <a:ext uri="{FF2B5EF4-FFF2-40B4-BE49-F238E27FC236}">
                <a16:creationId xmlns:a16="http://schemas.microsoft.com/office/drawing/2014/main" id="{7E7DE8D6-AF7C-02E8-0D58-A865B6983229}"/>
              </a:ext>
            </a:extLst>
          </p:cNvPr>
          <p:cNvGrpSpPr/>
          <p:nvPr/>
        </p:nvGrpSpPr>
        <p:grpSpPr>
          <a:xfrm flipH="1">
            <a:off x="4850531" y="3167273"/>
            <a:ext cx="1240384" cy="144735"/>
            <a:chOff x="380497" y="1888670"/>
            <a:chExt cx="1240384" cy="144735"/>
          </a:xfrm>
        </p:grpSpPr>
        <p:pic>
          <p:nvPicPr>
            <p:cNvPr id="179" name="Graphic 178">
              <a:extLst>
                <a:ext uri="{FF2B5EF4-FFF2-40B4-BE49-F238E27FC236}">
                  <a16:creationId xmlns:a16="http://schemas.microsoft.com/office/drawing/2014/main" id="{196DF4EE-7288-7F20-1138-FC2503D7A3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0" name="Straight Connector 179">
              <a:extLst>
                <a:ext uri="{FF2B5EF4-FFF2-40B4-BE49-F238E27FC236}">
                  <a16:creationId xmlns:a16="http://schemas.microsoft.com/office/drawing/2014/main" id="{6B364D68-50A3-6C9D-2B87-8A262ABE0C2C}"/>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06" name="Text Placeholder 19">
            <a:extLst>
              <a:ext uri="{FF2B5EF4-FFF2-40B4-BE49-F238E27FC236}">
                <a16:creationId xmlns:a16="http://schemas.microsoft.com/office/drawing/2014/main" id="{C46C7552-93EA-843E-A318-5DC0651B1244}"/>
              </a:ext>
            </a:extLst>
          </p:cNvPr>
          <p:cNvSpPr>
            <a:spLocks noGrp="1"/>
          </p:cNvSpPr>
          <p:nvPr>
            <p:ph type="body" sz="quarter" idx="34" hasCustomPrompt="1"/>
          </p:nvPr>
        </p:nvSpPr>
        <p:spPr>
          <a:xfrm>
            <a:off x="6268955"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07" name="Text Placeholder 19">
            <a:extLst>
              <a:ext uri="{FF2B5EF4-FFF2-40B4-BE49-F238E27FC236}">
                <a16:creationId xmlns:a16="http://schemas.microsoft.com/office/drawing/2014/main" id="{31375483-FF23-F3F8-943F-CEA5FA56DDB5}"/>
              </a:ext>
            </a:extLst>
          </p:cNvPr>
          <p:cNvSpPr>
            <a:spLocks noGrp="1"/>
          </p:cNvSpPr>
          <p:nvPr>
            <p:ph type="body" sz="quarter" idx="35" hasCustomPrompt="1"/>
          </p:nvPr>
        </p:nvSpPr>
        <p:spPr>
          <a:xfrm>
            <a:off x="6268955"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08" name="Group 207">
            <a:extLst>
              <a:ext uri="{FF2B5EF4-FFF2-40B4-BE49-F238E27FC236}">
                <a16:creationId xmlns:a16="http://schemas.microsoft.com/office/drawing/2014/main" id="{A599730A-7B6B-F197-6136-CAA914C9A322}"/>
              </a:ext>
            </a:extLst>
          </p:cNvPr>
          <p:cNvGrpSpPr/>
          <p:nvPr/>
        </p:nvGrpSpPr>
        <p:grpSpPr>
          <a:xfrm flipH="1">
            <a:off x="6268827" y="3167273"/>
            <a:ext cx="1240384" cy="144735"/>
            <a:chOff x="380497" y="1888670"/>
            <a:chExt cx="1240384" cy="144735"/>
          </a:xfrm>
        </p:grpSpPr>
        <p:pic>
          <p:nvPicPr>
            <p:cNvPr id="209" name="Graphic 208">
              <a:extLst>
                <a:ext uri="{FF2B5EF4-FFF2-40B4-BE49-F238E27FC236}">
                  <a16:creationId xmlns:a16="http://schemas.microsoft.com/office/drawing/2014/main" id="{BD9D1C4F-1BE6-4C42-B8EB-94F739FC7E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10" name="Straight Connector 209">
              <a:extLst>
                <a:ext uri="{FF2B5EF4-FFF2-40B4-BE49-F238E27FC236}">
                  <a16:creationId xmlns:a16="http://schemas.microsoft.com/office/drawing/2014/main" id="{A5FCEED6-A3D5-F407-7D29-C8B9F7335D70}"/>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12" name="Text Placeholder 19">
            <a:extLst>
              <a:ext uri="{FF2B5EF4-FFF2-40B4-BE49-F238E27FC236}">
                <a16:creationId xmlns:a16="http://schemas.microsoft.com/office/drawing/2014/main" id="{F0618EB2-05BD-DB83-1C2B-E47DBE5BA978}"/>
              </a:ext>
            </a:extLst>
          </p:cNvPr>
          <p:cNvSpPr>
            <a:spLocks noGrp="1"/>
          </p:cNvSpPr>
          <p:nvPr>
            <p:ph type="body" sz="quarter" idx="37" hasCustomPrompt="1"/>
          </p:nvPr>
        </p:nvSpPr>
        <p:spPr>
          <a:xfrm>
            <a:off x="7687251"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13" name="Text Placeholder 19">
            <a:extLst>
              <a:ext uri="{FF2B5EF4-FFF2-40B4-BE49-F238E27FC236}">
                <a16:creationId xmlns:a16="http://schemas.microsoft.com/office/drawing/2014/main" id="{8017BE30-DB9E-8605-52C2-3220B156B67F}"/>
              </a:ext>
            </a:extLst>
          </p:cNvPr>
          <p:cNvSpPr>
            <a:spLocks noGrp="1"/>
          </p:cNvSpPr>
          <p:nvPr>
            <p:ph type="body" sz="quarter" idx="38" hasCustomPrompt="1"/>
          </p:nvPr>
        </p:nvSpPr>
        <p:spPr>
          <a:xfrm>
            <a:off x="7687251"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14" name="Group 213">
            <a:extLst>
              <a:ext uri="{FF2B5EF4-FFF2-40B4-BE49-F238E27FC236}">
                <a16:creationId xmlns:a16="http://schemas.microsoft.com/office/drawing/2014/main" id="{93A75801-F102-4E36-5A1B-31E240715425}"/>
              </a:ext>
            </a:extLst>
          </p:cNvPr>
          <p:cNvGrpSpPr/>
          <p:nvPr/>
        </p:nvGrpSpPr>
        <p:grpSpPr>
          <a:xfrm flipH="1">
            <a:off x="7687123" y="3167273"/>
            <a:ext cx="1240384" cy="144735"/>
            <a:chOff x="380497" y="1888670"/>
            <a:chExt cx="1240384" cy="144735"/>
          </a:xfrm>
        </p:grpSpPr>
        <p:pic>
          <p:nvPicPr>
            <p:cNvPr id="215" name="Graphic 214">
              <a:extLst>
                <a:ext uri="{FF2B5EF4-FFF2-40B4-BE49-F238E27FC236}">
                  <a16:creationId xmlns:a16="http://schemas.microsoft.com/office/drawing/2014/main" id="{BF576599-01C6-8B3E-701C-1930BD1491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16" name="Straight Connector 215">
              <a:extLst>
                <a:ext uri="{FF2B5EF4-FFF2-40B4-BE49-F238E27FC236}">
                  <a16:creationId xmlns:a16="http://schemas.microsoft.com/office/drawing/2014/main" id="{0044D218-7939-B5E9-938B-0FD9AD96F786}"/>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18" name="Text Placeholder 19">
            <a:extLst>
              <a:ext uri="{FF2B5EF4-FFF2-40B4-BE49-F238E27FC236}">
                <a16:creationId xmlns:a16="http://schemas.microsoft.com/office/drawing/2014/main" id="{B1D204DE-6C65-5DDA-307B-5955F2041588}"/>
              </a:ext>
            </a:extLst>
          </p:cNvPr>
          <p:cNvSpPr>
            <a:spLocks noGrp="1"/>
          </p:cNvSpPr>
          <p:nvPr>
            <p:ph type="body" sz="quarter" idx="40" hasCustomPrompt="1"/>
          </p:nvPr>
        </p:nvSpPr>
        <p:spPr>
          <a:xfrm>
            <a:off x="9105547"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19" name="Text Placeholder 19">
            <a:extLst>
              <a:ext uri="{FF2B5EF4-FFF2-40B4-BE49-F238E27FC236}">
                <a16:creationId xmlns:a16="http://schemas.microsoft.com/office/drawing/2014/main" id="{DA4CE56E-3B75-939C-1312-358679418393}"/>
              </a:ext>
            </a:extLst>
          </p:cNvPr>
          <p:cNvSpPr>
            <a:spLocks noGrp="1"/>
          </p:cNvSpPr>
          <p:nvPr>
            <p:ph type="body" sz="quarter" idx="41" hasCustomPrompt="1"/>
          </p:nvPr>
        </p:nvSpPr>
        <p:spPr>
          <a:xfrm>
            <a:off x="9105547"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20" name="Group 219">
            <a:extLst>
              <a:ext uri="{FF2B5EF4-FFF2-40B4-BE49-F238E27FC236}">
                <a16:creationId xmlns:a16="http://schemas.microsoft.com/office/drawing/2014/main" id="{79BD5E5F-C4CE-E1D2-17A0-02AD8726A5C1}"/>
              </a:ext>
            </a:extLst>
          </p:cNvPr>
          <p:cNvGrpSpPr/>
          <p:nvPr/>
        </p:nvGrpSpPr>
        <p:grpSpPr>
          <a:xfrm flipH="1">
            <a:off x="9105419" y="3167273"/>
            <a:ext cx="1240384" cy="144735"/>
            <a:chOff x="380497" y="1888670"/>
            <a:chExt cx="1240384" cy="144735"/>
          </a:xfrm>
        </p:grpSpPr>
        <p:pic>
          <p:nvPicPr>
            <p:cNvPr id="221" name="Graphic 220">
              <a:extLst>
                <a:ext uri="{FF2B5EF4-FFF2-40B4-BE49-F238E27FC236}">
                  <a16:creationId xmlns:a16="http://schemas.microsoft.com/office/drawing/2014/main" id="{2E3B3B93-2BCF-3991-A7BF-E80AA4C4D2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22" name="Straight Connector 221">
              <a:extLst>
                <a:ext uri="{FF2B5EF4-FFF2-40B4-BE49-F238E27FC236}">
                  <a16:creationId xmlns:a16="http://schemas.microsoft.com/office/drawing/2014/main" id="{29D4EDB5-83B9-BA2D-8C1C-8815B88C7A7D}"/>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24" name="Text Placeholder 19">
            <a:extLst>
              <a:ext uri="{FF2B5EF4-FFF2-40B4-BE49-F238E27FC236}">
                <a16:creationId xmlns:a16="http://schemas.microsoft.com/office/drawing/2014/main" id="{92CC560A-AEA0-7CBF-725E-09399A7A5199}"/>
              </a:ext>
            </a:extLst>
          </p:cNvPr>
          <p:cNvSpPr>
            <a:spLocks noGrp="1"/>
          </p:cNvSpPr>
          <p:nvPr>
            <p:ph type="body" sz="quarter" idx="43" hasCustomPrompt="1"/>
          </p:nvPr>
        </p:nvSpPr>
        <p:spPr>
          <a:xfrm>
            <a:off x="10523843" y="2698484"/>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25" name="Text Placeholder 19">
            <a:extLst>
              <a:ext uri="{FF2B5EF4-FFF2-40B4-BE49-F238E27FC236}">
                <a16:creationId xmlns:a16="http://schemas.microsoft.com/office/drawing/2014/main" id="{45ACA214-5D14-E448-A37D-7E5B46C4B389}"/>
              </a:ext>
            </a:extLst>
          </p:cNvPr>
          <p:cNvSpPr>
            <a:spLocks noGrp="1"/>
          </p:cNvSpPr>
          <p:nvPr>
            <p:ph type="body" sz="quarter" idx="44" hasCustomPrompt="1"/>
          </p:nvPr>
        </p:nvSpPr>
        <p:spPr>
          <a:xfrm>
            <a:off x="10523843" y="3263057"/>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26" name="Group 225">
            <a:extLst>
              <a:ext uri="{FF2B5EF4-FFF2-40B4-BE49-F238E27FC236}">
                <a16:creationId xmlns:a16="http://schemas.microsoft.com/office/drawing/2014/main" id="{C59A8031-3EF8-933E-F06D-336B2738CC7D}"/>
              </a:ext>
            </a:extLst>
          </p:cNvPr>
          <p:cNvGrpSpPr/>
          <p:nvPr/>
        </p:nvGrpSpPr>
        <p:grpSpPr>
          <a:xfrm flipH="1">
            <a:off x="10523715" y="3167273"/>
            <a:ext cx="1240384" cy="144735"/>
            <a:chOff x="380497" y="1888670"/>
            <a:chExt cx="1240384" cy="144735"/>
          </a:xfrm>
        </p:grpSpPr>
        <p:pic>
          <p:nvPicPr>
            <p:cNvPr id="227" name="Graphic 226">
              <a:extLst>
                <a:ext uri="{FF2B5EF4-FFF2-40B4-BE49-F238E27FC236}">
                  <a16:creationId xmlns:a16="http://schemas.microsoft.com/office/drawing/2014/main" id="{46BEE67D-0A78-F984-BD03-11CC81BBF6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28" name="Straight Connector 227">
              <a:extLst>
                <a:ext uri="{FF2B5EF4-FFF2-40B4-BE49-F238E27FC236}">
                  <a16:creationId xmlns:a16="http://schemas.microsoft.com/office/drawing/2014/main" id="{5140B9E1-2557-5F8A-9965-CE922F927C0F}"/>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30" name="Text Placeholder 19">
            <a:extLst>
              <a:ext uri="{FF2B5EF4-FFF2-40B4-BE49-F238E27FC236}">
                <a16:creationId xmlns:a16="http://schemas.microsoft.com/office/drawing/2014/main" id="{79876A3B-F526-5EAE-2516-F04976DBC710}"/>
              </a:ext>
            </a:extLst>
          </p:cNvPr>
          <p:cNvSpPr>
            <a:spLocks noGrp="1"/>
          </p:cNvSpPr>
          <p:nvPr>
            <p:ph type="body" sz="quarter" idx="46" hasCustomPrompt="1"/>
          </p:nvPr>
        </p:nvSpPr>
        <p:spPr>
          <a:xfrm>
            <a:off x="481713"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31" name="Text Placeholder 19">
            <a:extLst>
              <a:ext uri="{FF2B5EF4-FFF2-40B4-BE49-F238E27FC236}">
                <a16:creationId xmlns:a16="http://schemas.microsoft.com/office/drawing/2014/main" id="{60885F78-74CE-22B5-9AAE-8BA0C7C5FB9D}"/>
              </a:ext>
            </a:extLst>
          </p:cNvPr>
          <p:cNvSpPr>
            <a:spLocks noGrp="1"/>
          </p:cNvSpPr>
          <p:nvPr>
            <p:ph type="body" sz="quarter" idx="47" hasCustomPrompt="1"/>
          </p:nvPr>
        </p:nvSpPr>
        <p:spPr>
          <a:xfrm>
            <a:off x="481713"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32" name="Group 231">
            <a:extLst>
              <a:ext uri="{FF2B5EF4-FFF2-40B4-BE49-F238E27FC236}">
                <a16:creationId xmlns:a16="http://schemas.microsoft.com/office/drawing/2014/main" id="{2E70FA16-6655-1FC9-541C-73CE0864D88A}"/>
              </a:ext>
            </a:extLst>
          </p:cNvPr>
          <p:cNvGrpSpPr/>
          <p:nvPr/>
        </p:nvGrpSpPr>
        <p:grpSpPr>
          <a:xfrm flipH="1">
            <a:off x="481585" y="5672544"/>
            <a:ext cx="1240384" cy="144735"/>
            <a:chOff x="380497" y="1888670"/>
            <a:chExt cx="1240384" cy="144735"/>
          </a:xfrm>
        </p:grpSpPr>
        <p:pic>
          <p:nvPicPr>
            <p:cNvPr id="233" name="Graphic 232">
              <a:extLst>
                <a:ext uri="{FF2B5EF4-FFF2-40B4-BE49-F238E27FC236}">
                  <a16:creationId xmlns:a16="http://schemas.microsoft.com/office/drawing/2014/main" id="{13E04DF6-FFA9-9C1A-21CE-26BE344759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34" name="Straight Connector 233">
              <a:extLst>
                <a:ext uri="{FF2B5EF4-FFF2-40B4-BE49-F238E27FC236}">
                  <a16:creationId xmlns:a16="http://schemas.microsoft.com/office/drawing/2014/main" id="{36D81675-736B-A0BA-4B87-57BA357B784F}"/>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36" name="Text Placeholder 19">
            <a:extLst>
              <a:ext uri="{FF2B5EF4-FFF2-40B4-BE49-F238E27FC236}">
                <a16:creationId xmlns:a16="http://schemas.microsoft.com/office/drawing/2014/main" id="{0F6123FB-142C-CDD8-F3EE-E43ECD64002C}"/>
              </a:ext>
            </a:extLst>
          </p:cNvPr>
          <p:cNvSpPr>
            <a:spLocks noGrp="1"/>
          </p:cNvSpPr>
          <p:nvPr>
            <p:ph type="body" sz="quarter" idx="49" hasCustomPrompt="1"/>
          </p:nvPr>
        </p:nvSpPr>
        <p:spPr>
          <a:xfrm>
            <a:off x="1958176"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37" name="Text Placeholder 19">
            <a:extLst>
              <a:ext uri="{FF2B5EF4-FFF2-40B4-BE49-F238E27FC236}">
                <a16:creationId xmlns:a16="http://schemas.microsoft.com/office/drawing/2014/main" id="{581398D2-842C-F1D3-A0FC-F844DDCB4788}"/>
              </a:ext>
            </a:extLst>
          </p:cNvPr>
          <p:cNvSpPr>
            <a:spLocks noGrp="1"/>
          </p:cNvSpPr>
          <p:nvPr>
            <p:ph type="body" sz="quarter" idx="50" hasCustomPrompt="1"/>
          </p:nvPr>
        </p:nvSpPr>
        <p:spPr>
          <a:xfrm>
            <a:off x="1958176"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38" name="Group 237">
            <a:extLst>
              <a:ext uri="{FF2B5EF4-FFF2-40B4-BE49-F238E27FC236}">
                <a16:creationId xmlns:a16="http://schemas.microsoft.com/office/drawing/2014/main" id="{33E7C95C-58E3-8BCB-431A-B0B378E4A30B}"/>
              </a:ext>
            </a:extLst>
          </p:cNvPr>
          <p:cNvGrpSpPr/>
          <p:nvPr/>
        </p:nvGrpSpPr>
        <p:grpSpPr>
          <a:xfrm flipH="1">
            <a:off x="1958048" y="5672544"/>
            <a:ext cx="1240384" cy="144735"/>
            <a:chOff x="380497" y="1888670"/>
            <a:chExt cx="1240384" cy="144735"/>
          </a:xfrm>
        </p:grpSpPr>
        <p:pic>
          <p:nvPicPr>
            <p:cNvPr id="239" name="Graphic 238">
              <a:extLst>
                <a:ext uri="{FF2B5EF4-FFF2-40B4-BE49-F238E27FC236}">
                  <a16:creationId xmlns:a16="http://schemas.microsoft.com/office/drawing/2014/main" id="{F03FE81B-0481-3056-382C-1A218759EE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40" name="Straight Connector 239">
              <a:extLst>
                <a:ext uri="{FF2B5EF4-FFF2-40B4-BE49-F238E27FC236}">
                  <a16:creationId xmlns:a16="http://schemas.microsoft.com/office/drawing/2014/main" id="{A1A49F2E-3006-95D0-7B70-C8452D6D7797}"/>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42" name="Text Placeholder 19">
            <a:extLst>
              <a:ext uri="{FF2B5EF4-FFF2-40B4-BE49-F238E27FC236}">
                <a16:creationId xmlns:a16="http://schemas.microsoft.com/office/drawing/2014/main" id="{233CF295-046E-7548-A1FC-69EBA0E70D5A}"/>
              </a:ext>
            </a:extLst>
          </p:cNvPr>
          <p:cNvSpPr>
            <a:spLocks noGrp="1"/>
          </p:cNvSpPr>
          <p:nvPr>
            <p:ph type="body" sz="quarter" idx="52" hasCustomPrompt="1"/>
          </p:nvPr>
        </p:nvSpPr>
        <p:spPr>
          <a:xfrm>
            <a:off x="3434639"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43" name="Text Placeholder 19">
            <a:extLst>
              <a:ext uri="{FF2B5EF4-FFF2-40B4-BE49-F238E27FC236}">
                <a16:creationId xmlns:a16="http://schemas.microsoft.com/office/drawing/2014/main" id="{E104F8E6-5776-0CE1-0EC4-269FAB82F8D2}"/>
              </a:ext>
            </a:extLst>
          </p:cNvPr>
          <p:cNvSpPr>
            <a:spLocks noGrp="1"/>
          </p:cNvSpPr>
          <p:nvPr>
            <p:ph type="body" sz="quarter" idx="53" hasCustomPrompt="1"/>
          </p:nvPr>
        </p:nvSpPr>
        <p:spPr>
          <a:xfrm>
            <a:off x="3434639"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44" name="Group 243">
            <a:extLst>
              <a:ext uri="{FF2B5EF4-FFF2-40B4-BE49-F238E27FC236}">
                <a16:creationId xmlns:a16="http://schemas.microsoft.com/office/drawing/2014/main" id="{A6B9BFD2-FA9F-138D-57FE-9CA754CCFD39}"/>
              </a:ext>
            </a:extLst>
          </p:cNvPr>
          <p:cNvGrpSpPr/>
          <p:nvPr/>
        </p:nvGrpSpPr>
        <p:grpSpPr>
          <a:xfrm flipH="1">
            <a:off x="3434511" y="5672544"/>
            <a:ext cx="1240384" cy="144735"/>
            <a:chOff x="380497" y="1888670"/>
            <a:chExt cx="1240384" cy="144735"/>
          </a:xfrm>
        </p:grpSpPr>
        <p:pic>
          <p:nvPicPr>
            <p:cNvPr id="245" name="Graphic 244">
              <a:extLst>
                <a:ext uri="{FF2B5EF4-FFF2-40B4-BE49-F238E27FC236}">
                  <a16:creationId xmlns:a16="http://schemas.microsoft.com/office/drawing/2014/main" id="{5250EF68-F2E7-1325-6058-B842D49692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46" name="Straight Connector 245">
              <a:extLst>
                <a:ext uri="{FF2B5EF4-FFF2-40B4-BE49-F238E27FC236}">
                  <a16:creationId xmlns:a16="http://schemas.microsoft.com/office/drawing/2014/main" id="{11118B9B-3301-4308-158C-0E9DF0BA3915}"/>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48" name="Text Placeholder 19">
            <a:extLst>
              <a:ext uri="{FF2B5EF4-FFF2-40B4-BE49-F238E27FC236}">
                <a16:creationId xmlns:a16="http://schemas.microsoft.com/office/drawing/2014/main" id="{B01639AD-0B19-66B2-BCE3-885A9E534ACC}"/>
              </a:ext>
            </a:extLst>
          </p:cNvPr>
          <p:cNvSpPr>
            <a:spLocks noGrp="1"/>
          </p:cNvSpPr>
          <p:nvPr>
            <p:ph type="body" sz="quarter" idx="55" hasCustomPrompt="1"/>
          </p:nvPr>
        </p:nvSpPr>
        <p:spPr>
          <a:xfrm>
            <a:off x="4850659"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49" name="Text Placeholder 19">
            <a:extLst>
              <a:ext uri="{FF2B5EF4-FFF2-40B4-BE49-F238E27FC236}">
                <a16:creationId xmlns:a16="http://schemas.microsoft.com/office/drawing/2014/main" id="{2D95BDE8-CC3C-4E0C-0761-C3B9821D02F9}"/>
              </a:ext>
            </a:extLst>
          </p:cNvPr>
          <p:cNvSpPr>
            <a:spLocks noGrp="1"/>
          </p:cNvSpPr>
          <p:nvPr>
            <p:ph type="body" sz="quarter" idx="56" hasCustomPrompt="1"/>
          </p:nvPr>
        </p:nvSpPr>
        <p:spPr>
          <a:xfrm>
            <a:off x="4850659"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50" name="Group 249">
            <a:extLst>
              <a:ext uri="{FF2B5EF4-FFF2-40B4-BE49-F238E27FC236}">
                <a16:creationId xmlns:a16="http://schemas.microsoft.com/office/drawing/2014/main" id="{B60D8291-EB0F-6A91-B29C-8E2FF51D315E}"/>
              </a:ext>
            </a:extLst>
          </p:cNvPr>
          <p:cNvGrpSpPr/>
          <p:nvPr/>
        </p:nvGrpSpPr>
        <p:grpSpPr>
          <a:xfrm flipH="1">
            <a:off x="4850531" y="5672544"/>
            <a:ext cx="1240384" cy="144735"/>
            <a:chOff x="380497" y="1888670"/>
            <a:chExt cx="1240384" cy="144735"/>
          </a:xfrm>
        </p:grpSpPr>
        <p:pic>
          <p:nvPicPr>
            <p:cNvPr id="251" name="Graphic 250">
              <a:extLst>
                <a:ext uri="{FF2B5EF4-FFF2-40B4-BE49-F238E27FC236}">
                  <a16:creationId xmlns:a16="http://schemas.microsoft.com/office/drawing/2014/main" id="{8D9C42BD-66D2-72D2-FDC6-5C020FADB97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2" name="Straight Connector 251">
              <a:extLst>
                <a:ext uri="{FF2B5EF4-FFF2-40B4-BE49-F238E27FC236}">
                  <a16:creationId xmlns:a16="http://schemas.microsoft.com/office/drawing/2014/main" id="{97EC45E6-D378-B1FA-54E3-ADC547A2E8AC}"/>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54" name="Text Placeholder 19">
            <a:extLst>
              <a:ext uri="{FF2B5EF4-FFF2-40B4-BE49-F238E27FC236}">
                <a16:creationId xmlns:a16="http://schemas.microsoft.com/office/drawing/2014/main" id="{C201AD87-ED8E-8436-26D1-E058BA11B836}"/>
              </a:ext>
            </a:extLst>
          </p:cNvPr>
          <p:cNvSpPr>
            <a:spLocks noGrp="1"/>
          </p:cNvSpPr>
          <p:nvPr>
            <p:ph type="body" sz="quarter" idx="58" hasCustomPrompt="1"/>
          </p:nvPr>
        </p:nvSpPr>
        <p:spPr>
          <a:xfrm>
            <a:off x="6268955"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55" name="Text Placeholder 19">
            <a:extLst>
              <a:ext uri="{FF2B5EF4-FFF2-40B4-BE49-F238E27FC236}">
                <a16:creationId xmlns:a16="http://schemas.microsoft.com/office/drawing/2014/main" id="{05F4FEC7-2A52-B034-7B48-EFDF495B467B}"/>
              </a:ext>
            </a:extLst>
          </p:cNvPr>
          <p:cNvSpPr>
            <a:spLocks noGrp="1"/>
          </p:cNvSpPr>
          <p:nvPr>
            <p:ph type="body" sz="quarter" idx="59" hasCustomPrompt="1"/>
          </p:nvPr>
        </p:nvSpPr>
        <p:spPr>
          <a:xfrm>
            <a:off x="6268955"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56" name="Group 255">
            <a:extLst>
              <a:ext uri="{FF2B5EF4-FFF2-40B4-BE49-F238E27FC236}">
                <a16:creationId xmlns:a16="http://schemas.microsoft.com/office/drawing/2014/main" id="{8F137831-40D7-6B41-4E73-BE5C36D20FD7}"/>
              </a:ext>
            </a:extLst>
          </p:cNvPr>
          <p:cNvGrpSpPr/>
          <p:nvPr/>
        </p:nvGrpSpPr>
        <p:grpSpPr>
          <a:xfrm flipH="1">
            <a:off x="6268827" y="5672544"/>
            <a:ext cx="1240384" cy="144735"/>
            <a:chOff x="380497" y="1888670"/>
            <a:chExt cx="1240384" cy="144735"/>
          </a:xfrm>
        </p:grpSpPr>
        <p:pic>
          <p:nvPicPr>
            <p:cNvPr id="257" name="Graphic 256">
              <a:extLst>
                <a:ext uri="{FF2B5EF4-FFF2-40B4-BE49-F238E27FC236}">
                  <a16:creationId xmlns:a16="http://schemas.microsoft.com/office/drawing/2014/main" id="{DB4A029D-2699-6034-C855-CC25C93D8D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8" name="Straight Connector 257">
              <a:extLst>
                <a:ext uri="{FF2B5EF4-FFF2-40B4-BE49-F238E27FC236}">
                  <a16:creationId xmlns:a16="http://schemas.microsoft.com/office/drawing/2014/main" id="{24599BE1-9637-591A-098F-398248345481}"/>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0" name="Text Placeholder 19">
            <a:extLst>
              <a:ext uri="{FF2B5EF4-FFF2-40B4-BE49-F238E27FC236}">
                <a16:creationId xmlns:a16="http://schemas.microsoft.com/office/drawing/2014/main" id="{9B02ABFE-F821-90C7-F02F-2B577D921272}"/>
              </a:ext>
            </a:extLst>
          </p:cNvPr>
          <p:cNvSpPr>
            <a:spLocks noGrp="1"/>
          </p:cNvSpPr>
          <p:nvPr>
            <p:ph type="body" sz="quarter" idx="61" hasCustomPrompt="1"/>
          </p:nvPr>
        </p:nvSpPr>
        <p:spPr>
          <a:xfrm>
            <a:off x="7687251"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61" name="Text Placeholder 19">
            <a:extLst>
              <a:ext uri="{FF2B5EF4-FFF2-40B4-BE49-F238E27FC236}">
                <a16:creationId xmlns:a16="http://schemas.microsoft.com/office/drawing/2014/main" id="{0F0237EE-2C85-0F81-94A3-D94477BE236C}"/>
              </a:ext>
            </a:extLst>
          </p:cNvPr>
          <p:cNvSpPr>
            <a:spLocks noGrp="1"/>
          </p:cNvSpPr>
          <p:nvPr>
            <p:ph type="body" sz="quarter" idx="62" hasCustomPrompt="1"/>
          </p:nvPr>
        </p:nvSpPr>
        <p:spPr>
          <a:xfrm>
            <a:off x="7687251"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62" name="Group 261">
            <a:extLst>
              <a:ext uri="{FF2B5EF4-FFF2-40B4-BE49-F238E27FC236}">
                <a16:creationId xmlns:a16="http://schemas.microsoft.com/office/drawing/2014/main" id="{C44ACBDC-E2B3-2F3F-5566-EE4FD227E012}"/>
              </a:ext>
            </a:extLst>
          </p:cNvPr>
          <p:cNvGrpSpPr/>
          <p:nvPr/>
        </p:nvGrpSpPr>
        <p:grpSpPr>
          <a:xfrm flipH="1">
            <a:off x="7687123" y="5672544"/>
            <a:ext cx="1240384" cy="144735"/>
            <a:chOff x="380497" y="1888670"/>
            <a:chExt cx="1240384" cy="144735"/>
          </a:xfrm>
        </p:grpSpPr>
        <p:pic>
          <p:nvPicPr>
            <p:cNvPr id="263" name="Graphic 262">
              <a:extLst>
                <a:ext uri="{FF2B5EF4-FFF2-40B4-BE49-F238E27FC236}">
                  <a16:creationId xmlns:a16="http://schemas.microsoft.com/office/drawing/2014/main" id="{9072CD8F-4129-F3DE-BD7B-FA59B68989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64" name="Straight Connector 263">
              <a:extLst>
                <a:ext uri="{FF2B5EF4-FFF2-40B4-BE49-F238E27FC236}">
                  <a16:creationId xmlns:a16="http://schemas.microsoft.com/office/drawing/2014/main" id="{59EA05D9-68C6-D36C-04F6-622EF94162AB}"/>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6" name="Text Placeholder 19">
            <a:extLst>
              <a:ext uri="{FF2B5EF4-FFF2-40B4-BE49-F238E27FC236}">
                <a16:creationId xmlns:a16="http://schemas.microsoft.com/office/drawing/2014/main" id="{E4DE2A05-E5A9-B153-4B1C-5F31B43009A7}"/>
              </a:ext>
            </a:extLst>
          </p:cNvPr>
          <p:cNvSpPr>
            <a:spLocks noGrp="1"/>
          </p:cNvSpPr>
          <p:nvPr>
            <p:ph type="body" sz="quarter" idx="64" hasCustomPrompt="1"/>
          </p:nvPr>
        </p:nvSpPr>
        <p:spPr>
          <a:xfrm>
            <a:off x="9105547"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67" name="Text Placeholder 19">
            <a:extLst>
              <a:ext uri="{FF2B5EF4-FFF2-40B4-BE49-F238E27FC236}">
                <a16:creationId xmlns:a16="http://schemas.microsoft.com/office/drawing/2014/main" id="{24F1A629-7BDA-EFCA-E323-9E36F8289BBA}"/>
              </a:ext>
            </a:extLst>
          </p:cNvPr>
          <p:cNvSpPr>
            <a:spLocks noGrp="1"/>
          </p:cNvSpPr>
          <p:nvPr>
            <p:ph type="body" sz="quarter" idx="65" hasCustomPrompt="1"/>
          </p:nvPr>
        </p:nvSpPr>
        <p:spPr>
          <a:xfrm>
            <a:off x="9105547"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68" name="Group 267">
            <a:extLst>
              <a:ext uri="{FF2B5EF4-FFF2-40B4-BE49-F238E27FC236}">
                <a16:creationId xmlns:a16="http://schemas.microsoft.com/office/drawing/2014/main" id="{EE7F562C-0EDD-F814-8190-60E4379ED0F2}"/>
              </a:ext>
            </a:extLst>
          </p:cNvPr>
          <p:cNvGrpSpPr/>
          <p:nvPr/>
        </p:nvGrpSpPr>
        <p:grpSpPr>
          <a:xfrm flipH="1">
            <a:off x="9105419" y="5672544"/>
            <a:ext cx="1240384" cy="144735"/>
            <a:chOff x="380497" y="1888670"/>
            <a:chExt cx="1240384" cy="144735"/>
          </a:xfrm>
        </p:grpSpPr>
        <p:pic>
          <p:nvPicPr>
            <p:cNvPr id="269" name="Graphic 268">
              <a:extLst>
                <a:ext uri="{FF2B5EF4-FFF2-40B4-BE49-F238E27FC236}">
                  <a16:creationId xmlns:a16="http://schemas.microsoft.com/office/drawing/2014/main" id="{7474137E-6651-9A5E-8BB3-40F054A2B5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0" name="Straight Connector 269">
              <a:extLst>
                <a:ext uri="{FF2B5EF4-FFF2-40B4-BE49-F238E27FC236}">
                  <a16:creationId xmlns:a16="http://schemas.microsoft.com/office/drawing/2014/main" id="{0B792E55-6FBC-EF6D-BFA5-C7125C377B26}"/>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72" name="Text Placeholder 19">
            <a:extLst>
              <a:ext uri="{FF2B5EF4-FFF2-40B4-BE49-F238E27FC236}">
                <a16:creationId xmlns:a16="http://schemas.microsoft.com/office/drawing/2014/main" id="{3B796807-8C17-EC36-875A-8DFA26224FA2}"/>
              </a:ext>
            </a:extLst>
          </p:cNvPr>
          <p:cNvSpPr>
            <a:spLocks noGrp="1"/>
          </p:cNvSpPr>
          <p:nvPr>
            <p:ph type="body" sz="quarter" idx="67" hasCustomPrompt="1"/>
          </p:nvPr>
        </p:nvSpPr>
        <p:spPr>
          <a:xfrm>
            <a:off x="10523843" y="5203755"/>
            <a:ext cx="1177925" cy="557213"/>
          </a:xfrm>
        </p:spPr>
        <p:txBody>
          <a:bodyPr>
            <a:noAutofit/>
          </a:bodyPr>
          <a:lstStyle>
            <a:lvl1pPr>
              <a:defRPr sz="1200"/>
            </a:lvl1pPr>
          </a:lstStyle>
          <a:p>
            <a:pPr lvl="0"/>
            <a:r>
              <a:rPr lang="en-US"/>
              <a:t>Name</a:t>
            </a:r>
            <a:br>
              <a:rPr lang="en-US"/>
            </a:br>
            <a:r>
              <a:rPr lang="en-US" err="1"/>
              <a:t>Name</a:t>
            </a:r>
            <a:endParaRPr lang="en-US"/>
          </a:p>
        </p:txBody>
      </p:sp>
      <p:sp>
        <p:nvSpPr>
          <p:cNvPr id="273" name="Text Placeholder 19">
            <a:extLst>
              <a:ext uri="{FF2B5EF4-FFF2-40B4-BE49-F238E27FC236}">
                <a16:creationId xmlns:a16="http://schemas.microsoft.com/office/drawing/2014/main" id="{617157AB-D20A-ADCE-2CE7-DC0FC3C42904}"/>
              </a:ext>
            </a:extLst>
          </p:cNvPr>
          <p:cNvSpPr>
            <a:spLocks noGrp="1"/>
          </p:cNvSpPr>
          <p:nvPr>
            <p:ph type="body" sz="quarter" idx="68" hasCustomPrompt="1"/>
          </p:nvPr>
        </p:nvSpPr>
        <p:spPr>
          <a:xfrm>
            <a:off x="10523843" y="5768328"/>
            <a:ext cx="1177925" cy="385173"/>
          </a:xfrm>
        </p:spPr>
        <p:txBody>
          <a:bodyPr>
            <a:noAutofit/>
          </a:bodyPr>
          <a:lstStyle>
            <a:lvl1pPr>
              <a:defRPr sz="950">
                <a:latin typeface="IBM Plex Mono" panose="020B0509050203000203" pitchFamily="49" charset="0"/>
              </a:defRPr>
            </a:lvl1pPr>
          </a:lstStyle>
          <a:p>
            <a:pPr lvl="0"/>
            <a:r>
              <a:rPr lang="en-US"/>
              <a:t>Title</a:t>
            </a:r>
          </a:p>
        </p:txBody>
      </p:sp>
      <p:grpSp>
        <p:nvGrpSpPr>
          <p:cNvPr id="274" name="Group 273">
            <a:extLst>
              <a:ext uri="{FF2B5EF4-FFF2-40B4-BE49-F238E27FC236}">
                <a16:creationId xmlns:a16="http://schemas.microsoft.com/office/drawing/2014/main" id="{49854E9E-70DF-1283-9F25-D33584FDD34B}"/>
              </a:ext>
            </a:extLst>
          </p:cNvPr>
          <p:cNvGrpSpPr/>
          <p:nvPr/>
        </p:nvGrpSpPr>
        <p:grpSpPr>
          <a:xfrm flipH="1">
            <a:off x="10523715" y="5672544"/>
            <a:ext cx="1240384" cy="144735"/>
            <a:chOff x="380497" y="1888670"/>
            <a:chExt cx="1240384" cy="144735"/>
          </a:xfrm>
        </p:grpSpPr>
        <p:pic>
          <p:nvPicPr>
            <p:cNvPr id="275" name="Graphic 274">
              <a:extLst>
                <a:ext uri="{FF2B5EF4-FFF2-40B4-BE49-F238E27FC236}">
                  <a16:creationId xmlns:a16="http://schemas.microsoft.com/office/drawing/2014/main" id="{25AE98D3-D77C-EA47-6567-2F113D3846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6" name="Straight Connector 275">
              <a:extLst>
                <a:ext uri="{FF2B5EF4-FFF2-40B4-BE49-F238E27FC236}">
                  <a16:creationId xmlns:a16="http://schemas.microsoft.com/office/drawing/2014/main" id="{4274E14E-BAD4-BC47-120D-D73501B1C70A}"/>
                </a:ext>
              </a:extLst>
            </p:cNvPr>
            <p:cNvCxnSpPr>
              <a:cxnSpLocks/>
            </p:cNvCxnSpPr>
            <p:nvPr/>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3" name="Picture Placeholder 282">
            <a:extLst>
              <a:ext uri="{FF2B5EF4-FFF2-40B4-BE49-F238E27FC236}">
                <a16:creationId xmlns:a16="http://schemas.microsoft.com/office/drawing/2014/main" id="{DBA964A7-5443-E3BE-88D0-94582615A14A}"/>
              </a:ext>
            </a:extLst>
          </p:cNvPr>
          <p:cNvSpPr>
            <a:spLocks noGrp="1"/>
          </p:cNvSpPr>
          <p:nvPr>
            <p:ph type="pic" sz="quarter" idx="14"/>
          </p:nvPr>
        </p:nvSpPr>
        <p:spPr>
          <a:xfrm>
            <a:off x="481585"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84" name="Picture Placeholder 283">
            <a:extLst>
              <a:ext uri="{FF2B5EF4-FFF2-40B4-BE49-F238E27FC236}">
                <a16:creationId xmlns:a16="http://schemas.microsoft.com/office/drawing/2014/main" id="{7A5C9962-62F7-F2E1-E4D9-46087D0331AE}"/>
              </a:ext>
            </a:extLst>
          </p:cNvPr>
          <p:cNvSpPr>
            <a:spLocks noGrp="1"/>
          </p:cNvSpPr>
          <p:nvPr>
            <p:ph type="pic" sz="quarter" idx="69"/>
          </p:nvPr>
        </p:nvSpPr>
        <p:spPr>
          <a:xfrm>
            <a:off x="1958176"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85" name="Picture Placeholder 284">
            <a:extLst>
              <a:ext uri="{FF2B5EF4-FFF2-40B4-BE49-F238E27FC236}">
                <a16:creationId xmlns:a16="http://schemas.microsoft.com/office/drawing/2014/main" id="{F9BD8337-2089-C1C2-2CC8-3494AF39B3BE}"/>
              </a:ext>
            </a:extLst>
          </p:cNvPr>
          <p:cNvSpPr>
            <a:spLocks noGrp="1"/>
          </p:cNvSpPr>
          <p:nvPr>
            <p:ph type="pic" sz="quarter" idx="70"/>
          </p:nvPr>
        </p:nvSpPr>
        <p:spPr>
          <a:xfrm>
            <a:off x="3434511"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86" name="Picture Placeholder 285">
            <a:extLst>
              <a:ext uri="{FF2B5EF4-FFF2-40B4-BE49-F238E27FC236}">
                <a16:creationId xmlns:a16="http://schemas.microsoft.com/office/drawing/2014/main" id="{99DE8770-FA3F-30B5-BC23-1420B71132D7}"/>
              </a:ext>
            </a:extLst>
          </p:cNvPr>
          <p:cNvSpPr>
            <a:spLocks noGrp="1"/>
          </p:cNvSpPr>
          <p:nvPr>
            <p:ph type="pic" sz="quarter" idx="71"/>
          </p:nvPr>
        </p:nvSpPr>
        <p:spPr>
          <a:xfrm>
            <a:off x="4850531"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87" name="Picture Placeholder 286">
            <a:extLst>
              <a:ext uri="{FF2B5EF4-FFF2-40B4-BE49-F238E27FC236}">
                <a16:creationId xmlns:a16="http://schemas.microsoft.com/office/drawing/2014/main" id="{D23A931D-DBFC-7303-2C75-160988C9AD47}"/>
              </a:ext>
            </a:extLst>
          </p:cNvPr>
          <p:cNvSpPr>
            <a:spLocks noGrp="1"/>
          </p:cNvSpPr>
          <p:nvPr>
            <p:ph type="pic" sz="quarter" idx="72"/>
          </p:nvPr>
        </p:nvSpPr>
        <p:spPr>
          <a:xfrm>
            <a:off x="6262663"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88" name="Picture Placeholder 287">
            <a:extLst>
              <a:ext uri="{FF2B5EF4-FFF2-40B4-BE49-F238E27FC236}">
                <a16:creationId xmlns:a16="http://schemas.microsoft.com/office/drawing/2014/main" id="{B879E88F-C63E-89F2-EACA-B442F2DC9561}"/>
              </a:ext>
            </a:extLst>
          </p:cNvPr>
          <p:cNvSpPr>
            <a:spLocks noGrp="1"/>
          </p:cNvSpPr>
          <p:nvPr>
            <p:ph type="pic" sz="quarter" idx="73"/>
          </p:nvPr>
        </p:nvSpPr>
        <p:spPr>
          <a:xfrm>
            <a:off x="7681516"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89" name="Picture Placeholder 288">
            <a:extLst>
              <a:ext uri="{FF2B5EF4-FFF2-40B4-BE49-F238E27FC236}">
                <a16:creationId xmlns:a16="http://schemas.microsoft.com/office/drawing/2014/main" id="{EA9609C2-DD44-2753-4B3D-B22CFE08A0BC}"/>
              </a:ext>
            </a:extLst>
          </p:cNvPr>
          <p:cNvSpPr>
            <a:spLocks noGrp="1"/>
          </p:cNvSpPr>
          <p:nvPr>
            <p:ph type="pic" sz="quarter" idx="74"/>
          </p:nvPr>
        </p:nvSpPr>
        <p:spPr>
          <a:xfrm>
            <a:off x="9105419"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0" name="Picture Placeholder 289">
            <a:extLst>
              <a:ext uri="{FF2B5EF4-FFF2-40B4-BE49-F238E27FC236}">
                <a16:creationId xmlns:a16="http://schemas.microsoft.com/office/drawing/2014/main" id="{EDC29DDC-827E-2CC7-9D13-62876EE3CB7C}"/>
              </a:ext>
            </a:extLst>
          </p:cNvPr>
          <p:cNvSpPr>
            <a:spLocks noGrp="1"/>
          </p:cNvSpPr>
          <p:nvPr>
            <p:ph type="pic" sz="quarter" idx="75"/>
          </p:nvPr>
        </p:nvSpPr>
        <p:spPr>
          <a:xfrm>
            <a:off x="10523715" y="1566049"/>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1" name="Picture Placeholder 290">
            <a:extLst>
              <a:ext uri="{FF2B5EF4-FFF2-40B4-BE49-F238E27FC236}">
                <a16:creationId xmlns:a16="http://schemas.microsoft.com/office/drawing/2014/main" id="{EBF57205-3FBF-DBE4-57C6-318F149528F9}"/>
              </a:ext>
            </a:extLst>
          </p:cNvPr>
          <p:cNvSpPr>
            <a:spLocks noGrp="1"/>
          </p:cNvSpPr>
          <p:nvPr>
            <p:ph type="pic" sz="quarter" idx="76"/>
          </p:nvPr>
        </p:nvSpPr>
        <p:spPr>
          <a:xfrm>
            <a:off x="481585"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2" name="Picture Placeholder 291">
            <a:extLst>
              <a:ext uri="{FF2B5EF4-FFF2-40B4-BE49-F238E27FC236}">
                <a16:creationId xmlns:a16="http://schemas.microsoft.com/office/drawing/2014/main" id="{ED1E3A27-7EE0-D44F-5ED0-58AA3C28DDE9}"/>
              </a:ext>
            </a:extLst>
          </p:cNvPr>
          <p:cNvSpPr>
            <a:spLocks noGrp="1"/>
          </p:cNvSpPr>
          <p:nvPr>
            <p:ph type="pic" sz="quarter" idx="77"/>
          </p:nvPr>
        </p:nvSpPr>
        <p:spPr>
          <a:xfrm>
            <a:off x="1958176"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3" name="Picture Placeholder 292">
            <a:extLst>
              <a:ext uri="{FF2B5EF4-FFF2-40B4-BE49-F238E27FC236}">
                <a16:creationId xmlns:a16="http://schemas.microsoft.com/office/drawing/2014/main" id="{0B362C70-39EB-C17A-2ECE-E3D4DCCE5343}"/>
              </a:ext>
            </a:extLst>
          </p:cNvPr>
          <p:cNvSpPr>
            <a:spLocks noGrp="1"/>
          </p:cNvSpPr>
          <p:nvPr>
            <p:ph type="pic" sz="quarter" idx="78"/>
          </p:nvPr>
        </p:nvSpPr>
        <p:spPr>
          <a:xfrm>
            <a:off x="3434511"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4" name="Picture Placeholder 293">
            <a:extLst>
              <a:ext uri="{FF2B5EF4-FFF2-40B4-BE49-F238E27FC236}">
                <a16:creationId xmlns:a16="http://schemas.microsoft.com/office/drawing/2014/main" id="{9C05E0EF-CE4D-EBCF-44C6-086A8E63A7CF}"/>
              </a:ext>
            </a:extLst>
          </p:cNvPr>
          <p:cNvSpPr>
            <a:spLocks noGrp="1"/>
          </p:cNvSpPr>
          <p:nvPr>
            <p:ph type="pic" sz="quarter" idx="79"/>
          </p:nvPr>
        </p:nvSpPr>
        <p:spPr>
          <a:xfrm>
            <a:off x="4850531"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5" name="Picture Placeholder 294">
            <a:extLst>
              <a:ext uri="{FF2B5EF4-FFF2-40B4-BE49-F238E27FC236}">
                <a16:creationId xmlns:a16="http://schemas.microsoft.com/office/drawing/2014/main" id="{AF357690-79AF-0068-B469-CB3B12CC57CA}"/>
              </a:ext>
            </a:extLst>
          </p:cNvPr>
          <p:cNvSpPr>
            <a:spLocks noGrp="1"/>
          </p:cNvSpPr>
          <p:nvPr>
            <p:ph type="pic" sz="quarter" idx="80"/>
          </p:nvPr>
        </p:nvSpPr>
        <p:spPr>
          <a:xfrm>
            <a:off x="6262663"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6" name="Picture Placeholder 295">
            <a:extLst>
              <a:ext uri="{FF2B5EF4-FFF2-40B4-BE49-F238E27FC236}">
                <a16:creationId xmlns:a16="http://schemas.microsoft.com/office/drawing/2014/main" id="{6E1F32C0-8435-B7A3-4CB0-D395BC288625}"/>
              </a:ext>
            </a:extLst>
          </p:cNvPr>
          <p:cNvSpPr>
            <a:spLocks noGrp="1"/>
          </p:cNvSpPr>
          <p:nvPr>
            <p:ph type="pic" sz="quarter" idx="81"/>
          </p:nvPr>
        </p:nvSpPr>
        <p:spPr>
          <a:xfrm>
            <a:off x="7681516"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7" name="Picture Placeholder 296">
            <a:extLst>
              <a:ext uri="{FF2B5EF4-FFF2-40B4-BE49-F238E27FC236}">
                <a16:creationId xmlns:a16="http://schemas.microsoft.com/office/drawing/2014/main" id="{A93EFAED-D36E-772E-99E8-1FDBB3043362}"/>
              </a:ext>
            </a:extLst>
          </p:cNvPr>
          <p:cNvSpPr>
            <a:spLocks noGrp="1"/>
          </p:cNvSpPr>
          <p:nvPr>
            <p:ph type="pic" sz="quarter" idx="82"/>
          </p:nvPr>
        </p:nvSpPr>
        <p:spPr>
          <a:xfrm>
            <a:off x="9105419"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sp>
        <p:nvSpPr>
          <p:cNvPr id="298" name="Picture Placeholder 297">
            <a:extLst>
              <a:ext uri="{FF2B5EF4-FFF2-40B4-BE49-F238E27FC236}">
                <a16:creationId xmlns:a16="http://schemas.microsoft.com/office/drawing/2014/main" id="{DFED67A1-32EF-25E2-5327-083799AEAE4D}"/>
              </a:ext>
            </a:extLst>
          </p:cNvPr>
          <p:cNvSpPr>
            <a:spLocks noGrp="1"/>
          </p:cNvSpPr>
          <p:nvPr>
            <p:ph type="pic" sz="quarter" idx="83"/>
          </p:nvPr>
        </p:nvSpPr>
        <p:spPr>
          <a:xfrm>
            <a:off x="10523715" y="4072788"/>
            <a:ext cx="1097280" cy="1097280"/>
          </a:xfrm>
          <a:custGeom>
            <a:avLst/>
            <a:gdLst>
              <a:gd name="connsiteX0" fmla="*/ 255269 w 1097280"/>
              <a:gd name="connsiteY0" fmla="*/ 0 h 1097280"/>
              <a:gd name="connsiteX1" fmla="*/ 1097280 w 1097280"/>
              <a:gd name="connsiteY1" fmla="*/ 0 h 1097280"/>
              <a:gd name="connsiteX2" fmla="*/ 1097280 w 1097280"/>
              <a:gd name="connsiteY2" fmla="*/ 1097280 h 1097280"/>
              <a:gd name="connsiteX3" fmla="*/ 0 w 1097280"/>
              <a:gd name="connsiteY3" fmla="*/ 1097280 h 1097280"/>
              <a:gd name="connsiteX4" fmla="*/ 0 w 1097280"/>
              <a:gd name="connsiteY4" fmla="*/ 135142 h 109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280" h="1097280">
                <a:moveTo>
                  <a:pt x="255269" y="0"/>
                </a:moveTo>
                <a:lnTo>
                  <a:pt x="1097280" y="0"/>
                </a:lnTo>
                <a:lnTo>
                  <a:pt x="1097280" y="1097280"/>
                </a:lnTo>
                <a:lnTo>
                  <a:pt x="0" y="1097280"/>
                </a:lnTo>
                <a:lnTo>
                  <a:pt x="0" y="135142"/>
                </a:lnTo>
                <a:close/>
              </a:path>
            </a:pathLst>
          </a:custGeom>
        </p:spPr>
        <p:txBody>
          <a:bodyPr wrap="square">
            <a:noAutofit/>
          </a:bodyPr>
          <a:lstStyle>
            <a:lvl1pPr algn="r">
              <a:defRPr/>
            </a:lvl1pPr>
          </a:lstStyle>
          <a:p>
            <a:r>
              <a:rPr lang="en-US"/>
              <a:t>Click icon to add picture</a:t>
            </a:r>
          </a:p>
        </p:txBody>
      </p:sp>
      <p:pic>
        <p:nvPicPr>
          <p:cNvPr id="299" name="Picture 298" descr="A black background with yellow letters&#10;&#10;AI-generated content may be incorrect.">
            <a:extLst>
              <a:ext uri="{FF2B5EF4-FFF2-40B4-BE49-F238E27FC236}">
                <a16:creationId xmlns:a16="http://schemas.microsoft.com/office/drawing/2014/main" id="{3C0EC050-35A1-C5AA-F467-0EA4831CA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5" name="Group 4">
            <a:extLst>
              <a:ext uri="{FF2B5EF4-FFF2-40B4-BE49-F238E27FC236}">
                <a16:creationId xmlns:a16="http://schemas.microsoft.com/office/drawing/2014/main" id="{C225CFB2-0FD5-749B-C256-CD11A4D89B27}"/>
              </a:ext>
            </a:extLst>
          </p:cNvPr>
          <p:cNvGrpSpPr/>
          <p:nvPr userDrawn="1"/>
        </p:nvGrpSpPr>
        <p:grpSpPr>
          <a:xfrm>
            <a:off x="380497" y="6476611"/>
            <a:ext cx="11427274" cy="271909"/>
            <a:chOff x="380497" y="6476611"/>
            <a:chExt cx="11427274" cy="271909"/>
          </a:xfrm>
        </p:grpSpPr>
        <p:cxnSp>
          <p:nvCxnSpPr>
            <p:cNvPr id="8" name="Straight Connector 7">
              <a:extLst>
                <a:ext uri="{FF2B5EF4-FFF2-40B4-BE49-F238E27FC236}">
                  <a16:creationId xmlns:a16="http://schemas.microsoft.com/office/drawing/2014/main" id="{66931D84-6602-6E4B-0CF0-96226567A734}"/>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5A2E261-C255-9E94-E2DD-3B86B7CB1E12}"/>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9FB610EC-475A-CE76-66F9-8CBE075C71E5}"/>
              </a:ext>
            </a:extLst>
          </p:cNvPr>
          <p:cNvGrpSpPr/>
          <p:nvPr userDrawn="1"/>
        </p:nvGrpSpPr>
        <p:grpSpPr>
          <a:xfrm flipH="1">
            <a:off x="481585" y="3167273"/>
            <a:ext cx="1240384" cy="144735"/>
            <a:chOff x="380497" y="1888670"/>
            <a:chExt cx="1240384" cy="144735"/>
          </a:xfrm>
        </p:grpSpPr>
        <p:pic>
          <p:nvPicPr>
            <p:cNvPr id="13" name="Graphic 12">
              <a:extLst>
                <a:ext uri="{FF2B5EF4-FFF2-40B4-BE49-F238E27FC236}">
                  <a16:creationId xmlns:a16="http://schemas.microsoft.com/office/drawing/2014/main" id="{A478176C-DC50-5C1B-2E72-457EF74F78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4" name="Straight Connector 13">
              <a:extLst>
                <a:ext uri="{FF2B5EF4-FFF2-40B4-BE49-F238E27FC236}">
                  <a16:creationId xmlns:a16="http://schemas.microsoft.com/office/drawing/2014/main" id="{FB3A8CFF-DD9D-83E2-D522-207192953A8F}"/>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945DA82-F4DF-A554-B537-34ADFD782093}"/>
              </a:ext>
            </a:extLst>
          </p:cNvPr>
          <p:cNvGrpSpPr/>
          <p:nvPr userDrawn="1"/>
        </p:nvGrpSpPr>
        <p:grpSpPr>
          <a:xfrm flipH="1">
            <a:off x="1958048" y="3167273"/>
            <a:ext cx="1240384" cy="144735"/>
            <a:chOff x="380497" y="1888670"/>
            <a:chExt cx="1240384" cy="144735"/>
          </a:xfrm>
        </p:grpSpPr>
        <p:pic>
          <p:nvPicPr>
            <p:cNvPr id="16" name="Graphic 15">
              <a:extLst>
                <a:ext uri="{FF2B5EF4-FFF2-40B4-BE49-F238E27FC236}">
                  <a16:creationId xmlns:a16="http://schemas.microsoft.com/office/drawing/2014/main" id="{85B83935-3E3B-6C3C-E97E-F492CBDEB0E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7" name="Straight Connector 16">
              <a:extLst>
                <a:ext uri="{FF2B5EF4-FFF2-40B4-BE49-F238E27FC236}">
                  <a16:creationId xmlns:a16="http://schemas.microsoft.com/office/drawing/2014/main" id="{AF925176-E95C-497E-595F-189F33D50FAD}"/>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E363A35C-C1EB-2183-321B-A0FC68B30783}"/>
              </a:ext>
            </a:extLst>
          </p:cNvPr>
          <p:cNvGrpSpPr/>
          <p:nvPr userDrawn="1"/>
        </p:nvGrpSpPr>
        <p:grpSpPr>
          <a:xfrm flipH="1">
            <a:off x="3434511" y="3167273"/>
            <a:ext cx="1240384" cy="144735"/>
            <a:chOff x="380497" y="1888670"/>
            <a:chExt cx="1240384" cy="144735"/>
          </a:xfrm>
        </p:grpSpPr>
        <p:pic>
          <p:nvPicPr>
            <p:cNvPr id="19" name="Graphic 18">
              <a:extLst>
                <a:ext uri="{FF2B5EF4-FFF2-40B4-BE49-F238E27FC236}">
                  <a16:creationId xmlns:a16="http://schemas.microsoft.com/office/drawing/2014/main" id="{E74F574B-82F5-7934-0863-FE6DC4B3BD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 name="Straight Connector 24">
              <a:extLst>
                <a:ext uri="{FF2B5EF4-FFF2-40B4-BE49-F238E27FC236}">
                  <a16:creationId xmlns:a16="http://schemas.microsoft.com/office/drawing/2014/main" id="{828635D1-D81E-B436-A7E7-F5F49DE2A304}"/>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927E21C7-FF2F-0117-B80C-CC79DD05B7E8}"/>
              </a:ext>
            </a:extLst>
          </p:cNvPr>
          <p:cNvGrpSpPr/>
          <p:nvPr userDrawn="1"/>
        </p:nvGrpSpPr>
        <p:grpSpPr>
          <a:xfrm flipH="1">
            <a:off x="4850531" y="3167273"/>
            <a:ext cx="1240384" cy="144735"/>
            <a:chOff x="380497" y="1888670"/>
            <a:chExt cx="1240384" cy="144735"/>
          </a:xfrm>
        </p:grpSpPr>
        <p:pic>
          <p:nvPicPr>
            <p:cNvPr id="27" name="Graphic 26">
              <a:extLst>
                <a:ext uri="{FF2B5EF4-FFF2-40B4-BE49-F238E27FC236}">
                  <a16:creationId xmlns:a16="http://schemas.microsoft.com/office/drawing/2014/main" id="{7D2F9D9B-A200-D550-A2C8-59C2FD5880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8" name="Straight Connector 27">
              <a:extLst>
                <a:ext uri="{FF2B5EF4-FFF2-40B4-BE49-F238E27FC236}">
                  <a16:creationId xmlns:a16="http://schemas.microsoft.com/office/drawing/2014/main" id="{0D51143F-8EFF-0708-FAD7-1D767368AF04}"/>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295D8AF6-E2EC-C63B-3380-842EBA1E153F}"/>
              </a:ext>
            </a:extLst>
          </p:cNvPr>
          <p:cNvGrpSpPr/>
          <p:nvPr userDrawn="1"/>
        </p:nvGrpSpPr>
        <p:grpSpPr>
          <a:xfrm flipH="1">
            <a:off x="6268827" y="3167273"/>
            <a:ext cx="1240384" cy="144735"/>
            <a:chOff x="380497" y="1888670"/>
            <a:chExt cx="1240384" cy="144735"/>
          </a:xfrm>
        </p:grpSpPr>
        <p:pic>
          <p:nvPicPr>
            <p:cNvPr id="30" name="Graphic 29">
              <a:extLst>
                <a:ext uri="{FF2B5EF4-FFF2-40B4-BE49-F238E27FC236}">
                  <a16:creationId xmlns:a16="http://schemas.microsoft.com/office/drawing/2014/main" id="{CCE79D56-13FB-AB53-5F48-8D46EB4ECF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3BDD3CBE-E0E4-3ED6-16FB-AFCB560D6E81}"/>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29" name="Group 228">
            <a:extLst>
              <a:ext uri="{FF2B5EF4-FFF2-40B4-BE49-F238E27FC236}">
                <a16:creationId xmlns:a16="http://schemas.microsoft.com/office/drawing/2014/main" id="{AEBE687A-160C-B6C2-4D4D-5F96E9319F48}"/>
              </a:ext>
            </a:extLst>
          </p:cNvPr>
          <p:cNvGrpSpPr/>
          <p:nvPr userDrawn="1"/>
        </p:nvGrpSpPr>
        <p:grpSpPr>
          <a:xfrm flipH="1">
            <a:off x="7687123" y="3167273"/>
            <a:ext cx="1240384" cy="144735"/>
            <a:chOff x="380497" y="1888670"/>
            <a:chExt cx="1240384" cy="144735"/>
          </a:xfrm>
        </p:grpSpPr>
        <p:pic>
          <p:nvPicPr>
            <p:cNvPr id="235" name="Graphic 234">
              <a:extLst>
                <a:ext uri="{FF2B5EF4-FFF2-40B4-BE49-F238E27FC236}">
                  <a16:creationId xmlns:a16="http://schemas.microsoft.com/office/drawing/2014/main" id="{7082806B-A927-7A2B-988F-A52446B7A6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41" name="Straight Connector 240">
              <a:extLst>
                <a:ext uri="{FF2B5EF4-FFF2-40B4-BE49-F238E27FC236}">
                  <a16:creationId xmlns:a16="http://schemas.microsoft.com/office/drawing/2014/main" id="{3E90A934-C9AE-CA2C-A5CB-9BE8FCC5C4EE}"/>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47" name="Group 246">
            <a:extLst>
              <a:ext uri="{FF2B5EF4-FFF2-40B4-BE49-F238E27FC236}">
                <a16:creationId xmlns:a16="http://schemas.microsoft.com/office/drawing/2014/main" id="{74C0502D-EA64-D863-9C06-F23C5FA9E8A7}"/>
              </a:ext>
            </a:extLst>
          </p:cNvPr>
          <p:cNvGrpSpPr/>
          <p:nvPr userDrawn="1"/>
        </p:nvGrpSpPr>
        <p:grpSpPr>
          <a:xfrm flipH="1">
            <a:off x="9105419" y="3167273"/>
            <a:ext cx="1240384" cy="144735"/>
            <a:chOff x="380497" y="1888670"/>
            <a:chExt cx="1240384" cy="144735"/>
          </a:xfrm>
        </p:grpSpPr>
        <p:pic>
          <p:nvPicPr>
            <p:cNvPr id="253" name="Graphic 252">
              <a:extLst>
                <a:ext uri="{FF2B5EF4-FFF2-40B4-BE49-F238E27FC236}">
                  <a16:creationId xmlns:a16="http://schemas.microsoft.com/office/drawing/2014/main" id="{14DC6AAB-A936-93A7-BA86-BE77812A28A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59" name="Straight Connector 258">
              <a:extLst>
                <a:ext uri="{FF2B5EF4-FFF2-40B4-BE49-F238E27FC236}">
                  <a16:creationId xmlns:a16="http://schemas.microsoft.com/office/drawing/2014/main" id="{099D7785-F534-FF91-2739-1A107954DF12}"/>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5" name="Group 264" hidden="1">
            <a:extLst>
              <a:ext uri="{FF2B5EF4-FFF2-40B4-BE49-F238E27FC236}">
                <a16:creationId xmlns:a16="http://schemas.microsoft.com/office/drawing/2014/main" id="{D248621A-2182-394C-7B34-D5B929714519}"/>
              </a:ext>
            </a:extLst>
          </p:cNvPr>
          <p:cNvGrpSpPr/>
          <p:nvPr userDrawn="1"/>
        </p:nvGrpSpPr>
        <p:grpSpPr>
          <a:xfrm flipH="1">
            <a:off x="10523715" y="3167273"/>
            <a:ext cx="1240384" cy="144735"/>
            <a:chOff x="380497" y="1888670"/>
            <a:chExt cx="1240384" cy="144735"/>
          </a:xfrm>
        </p:grpSpPr>
        <p:pic>
          <p:nvPicPr>
            <p:cNvPr id="271" name="Graphic 270">
              <a:extLst>
                <a:ext uri="{FF2B5EF4-FFF2-40B4-BE49-F238E27FC236}">
                  <a16:creationId xmlns:a16="http://schemas.microsoft.com/office/drawing/2014/main" id="{69A0A255-15B2-BCFE-10C1-FFCB807330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7" name="Straight Connector 276">
              <a:extLst>
                <a:ext uri="{FF2B5EF4-FFF2-40B4-BE49-F238E27FC236}">
                  <a16:creationId xmlns:a16="http://schemas.microsoft.com/office/drawing/2014/main" id="{CF9C7A80-A6A9-5EC7-1324-6CBFAC7F566D}"/>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78" name="Group 277">
            <a:extLst>
              <a:ext uri="{FF2B5EF4-FFF2-40B4-BE49-F238E27FC236}">
                <a16:creationId xmlns:a16="http://schemas.microsoft.com/office/drawing/2014/main" id="{9589AC56-BE35-4F31-5C7B-601E327954A1}"/>
              </a:ext>
            </a:extLst>
          </p:cNvPr>
          <p:cNvGrpSpPr/>
          <p:nvPr userDrawn="1"/>
        </p:nvGrpSpPr>
        <p:grpSpPr>
          <a:xfrm flipH="1">
            <a:off x="481585" y="5672544"/>
            <a:ext cx="1240384" cy="144735"/>
            <a:chOff x="380497" y="1888670"/>
            <a:chExt cx="1240384" cy="144735"/>
          </a:xfrm>
        </p:grpSpPr>
        <p:pic>
          <p:nvPicPr>
            <p:cNvPr id="279" name="Graphic 278">
              <a:extLst>
                <a:ext uri="{FF2B5EF4-FFF2-40B4-BE49-F238E27FC236}">
                  <a16:creationId xmlns:a16="http://schemas.microsoft.com/office/drawing/2014/main" id="{CD9060EB-0F4F-546A-A848-DD3F61C02D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80" name="Straight Connector 279">
              <a:extLst>
                <a:ext uri="{FF2B5EF4-FFF2-40B4-BE49-F238E27FC236}">
                  <a16:creationId xmlns:a16="http://schemas.microsoft.com/office/drawing/2014/main" id="{0F9671A2-970E-9855-BD68-3F6FC7F56256}"/>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81" name="Group 280">
            <a:extLst>
              <a:ext uri="{FF2B5EF4-FFF2-40B4-BE49-F238E27FC236}">
                <a16:creationId xmlns:a16="http://schemas.microsoft.com/office/drawing/2014/main" id="{412138FB-17D8-C515-000F-5EC2F649FD97}"/>
              </a:ext>
            </a:extLst>
          </p:cNvPr>
          <p:cNvGrpSpPr/>
          <p:nvPr userDrawn="1"/>
        </p:nvGrpSpPr>
        <p:grpSpPr>
          <a:xfrm flipH="1">
            <a:off x="1958048" y="5672544"/>
            <a:ext cx="1240384" cy="144735"/>
            <a:chOff x="380497" y="1888670"/>
            <a:chExt cx="1240384" cy="144735"/>
          </a:xfrm>
        </p:grpSpPr>
        <p:pic>
          <p:nvPicPr>
            <p:cNvPr id="282" name="Graphic 281">
              <a:extLst>
                <a:ext uri="{FF2B5EF4-FFF2-40B4-BE49-F238E27FC236}">
                  <a16:creationId xmlns:a16="http://schemas.microsoft.com/office/drawing/2014/main" id="{8F5FC4BC-5AF4-85DC-61D0-D513797A6B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00" name="Straight Connector 299">
              <a:extLst>
                <a:ext uri="{FF2B5EF4-FFF2-40B4-BE49-F238E27FC236}">
                  <a16:creationId xmlns:a16="http://schemas.microsoft.com/office/drawing/2014/main" id="{2184AEAC-DD7C-F208-3BD3-EB69E5430DC6}"/>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01" name="Group 300">
            <a:extLst>
              <a:ext uri="{FF2B5EF4-FFF2-40B4-BE49-F238E27FC236}">
                <a16:creationId xmlns:a16="http://schemas.microsoft.com/office/drawing/2014/main" id="{61D81A6C-56BE-47F7-F9A3-2642D8B7E18C}"/>
              </a:ext>
            </a:extLst>
          </p:cNvPr>
          <p:cNvGrpSpPr/>
          <p:nvPr userDrawn="1"/>
        </p:nvGrpSpPr>
        <p:grpSpPr>
          <a:xfrm flipH="1">
            <a:off x="3434511" y="5672544"/>
            <a:ext cx="1240384" cy="144735"/>
            <a:chOff x="380497" y="1888670"/>
            <a:chExt cx="1240384" cy="144735"/>
          </a:xfrm>
        </p:grpSpPr>
        <p:pic>
          <p:nvPicPr>
            <p:cNvPr id="302" name="Graphic 301">
              <a:extLst>
                <a:ext uri="{FF2B5EF4-FFF2-40B4-BE49-F238E27FC236}">
                  <a16:creationId xmlns:a16="http://schemas.microsoft.com/office/drawing/2014/main" id="{C8EA15B8-7FB9-FAD8-02AD-380CD9F9EB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03" name="Straight Connector 302">
              <a:extLst>
                <a:ext uri="{FF2B5EF4-FFF2-40B4-BE49-F238E27FC236}">
                  <a16:creationId xmlns:a16="http://schemas.microsoft.com/office/drawing/2014/main" id="{20D7D698-6C8D-9553-43B6-D802259CF912}"/>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04" name="Group 303">
            <a:extLst>
              <a:ext uri="{FF2B5EF4-FFF2-40B4-BE49-F238E27FC236}">
                <a16:creationId xmlns:a16="http://schemas.microsoft.com/office/drawing/2014/main" id="{CC9EA338-493E-2A41-64A8-38FECD1951E4}"/>
              </a:ext>
            </a:extLst>
          </p:cNvPr>
          <p:cNvGrpSpPr/>
          <p:nvPr userDrawn="1"/>
        </p:nvGrpSpPr>
        <p:grpSpPr>
          <a:xfrm flipH="1">
            <a:off x="4850531" y="5672544"/>
            <a:ext cx="1240384" cy="144735"/>
            <a:chOff x="380497" y="1888670"/>
            <a:chExt cx="1240384" cy="144735"/>
          </a:xfrm>
        </p:grpSpPr>
        <p:pic>
          <p:nvPicPr>
            <p:cNvPr id="305" name="Graphic 304">
              <a:extLst>
                <a:ext uri="{FF2B5EF4-FFF2-40B4-BE49-F238E27FC236}">
                  <a16:creationId xmlns:a16="http://schemas.microsoft.com/office/drawing/2014/main" id="{73FAA643-E4AB-1093-13A9-BA9CDE7003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06" name="Straight Connector 305">
              <a:extLst>
                <a:ext uri="{FF2B5EF4-FFF2-40B4-BE49-F238E27FC236}">
                  <a16:creationId xmlns:a16="http://schemas.microsoft.com/office/drawing/2014/main" id="{F1092260-89D8-D8DB-2443-27E6DDE4A86B}"/>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07" name="Group 306">
            <a:extLst>
              <a:ext uri="{FF2B5EF4-FFF2-40B4-BE49-F238E27FC236}">
                <a16:creationId xmlns:a16="http://schemas.microsoft.com/office/drawing/2014/main" id="{7AE993EF-9CF9-C548-7F5A-3162F582CE41}"/>
              </a:ext>
            </a:extLst>
          </p:cNvPr>
          <p:cNvGrpSpPr/>
          <p:nvPr userDrawn="1"/>
        </p:nvGrpSpPr>
        <p:grpSpPr>
          <a:xfrm flipH="1">
            <a:off x="6268827" y="5672544"/>
            <a:ext cx="1240384" cy="144735"/>
            <a:chOff x="380497" y="1888670"/>
            <a:chExt cx="1240384" cy="144735"/>
          </a:xfrm>
        </p:grpSpPr>
        <p:pic>
          <p:nvPicPr>
            <p:cNvPr id="308" name="Graphic 307">
              <a:extLst>
                <a:ext uri="{FF2B5EF4-FFF2-40B4-BE49-F238E27FC236}">
                  <a16:creationId xmlns:a16="http://schemas.microsoft.com/office/drawing/2014/main" id="{322E2D23-1D79-E6B7-66E7-439BF0D97D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09" name="Straight Connector 308">
              <a:extLst>
                <a:ext uri="{FF2B5EF4-FFF2-40B4-BE49-F238E27FC236}">
                  <a16:creationId xmlns:a16="http://schemas.microsoft.com/office/drawing/2014/main" id="{BECF80C5-5175-BA1A-5CB2-1B015F310B72}"/>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10" name="Group 309">
            <a:extLst>
              <a:ext uri="{FF2B5EF4-FFF2-40B4-BE49-F238E27FC236}">
                <a16:creationId xmlns:a16="http://schemas.microsoft.com/office/drawing/2014/main" id="{3F0C4C46-51E8-389A-E2C8-9C71D7FDB15F}"/>
              </a:ext>
            </a:extLst>
          </p:cNvPr>
          <p:cNvGrpSpPr/>
          <p:nvPr userDrawn="1"/>
        </p:nvGrpSpPr>
        <p:grpSpPr>
          <a:xfrm flipH="1">
            <a:off x="7687123" y="5672544"/>
            <a:ext cx="1240384" cy="144735"/>
            <a:chOff x="380497" y="1888670"/>
            <a:chExt cx="1240384" cy="144735"/>
          </a:xfrm>
        </p:grpSpPr>
        <p:pic>
          <p:nvPicPr>
            <p:cNvPr id="311" name="Graphic 310">
              <a:extLst>
                <a:ext uri="{FF2B5EF4-FFF2-40B4-BE49-F238E27FC236}">
                  <a16:creationId xmlns:a16="http://schemas.microsoft.com/office/drawing/2014/main" id="{9F9CD217-D5CC-CA19-4931-2C611EF37E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2" name="Straight Connector 311">
              <a:extLst>
                <a:ext uri="{FF2B5EF4-FFF2-40B4-BE49-F238E27FC236}">
                  <a16:creationId xmlns:a16="http://schemas.microsoft.com/office/drawing/2014/main" id="{584FBC1C-33F0-DB64-6B9A-32DC1E53401F}"/>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13" name="Group 312">
            <a:extLst>
              <a:ext uri="{FF2B5EF4-FFF2-40B4-BE49-F238E27FC236}">
                <a16:creationId xmlns:a16="http://schemas.microsoft.com/office/drawing/2014/main" id="{35A753AD-B4B8-4B82-AF3D-0CB2883744CA}"/>
              </a:ext>
            </a:extLst>
          </p:cNvPr>
          <p:cNvGrpSpPr/>
          <p:nvPr userDrawn="1"/>
        </p:nvGrpSpPr>
        <p:grpSpPr>
          <a:xfrm flipH="1">
            <a:off x="9105419" y="5672544"/>
            <a:ext cx="1240384" cy="144735"/>
            <a:chOff x="380497" y="1888670"/>
            <a:chExt cx="1240384" cy="144735"/>
          </a:xfrm>
        </p:grpSpPr>
        <p:pic>
          <p:nvPicPr>
            <p:cNvPr id="314" name="Graphic 313">
              <a:extLst>
                <a:ext uri="{FF2B5EF4-FFF2-40B4-BE49-F238E27FC236}">
                  <a16:creationId xmlns:a16="http://schemas.microsoft.com/office/drawing/2014/main" id="{B46D734E-42FD-7F1C-4853-E970F0476C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5" name="Straight Connector 314">
              <a:extLst>
                <a:ext uri="{FF2B5EF4-FFF2-40B4-BE49-F238E27FC236}">
                  <a16:creationId xmlns:a16="http://schemas.microsoft.com/office/drawing/2014/main" id="{7FBE369A-C69F-37DB-6E86-913A2629CD36}"/>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16" name="Group 315">
            <a:extLst>
              <a:ext uri="{FF2B5EF4-FFF2-40B4-BE49-F238E27FC236}">
                <a16:creationId xmlns:a16="http://schemas.microsoft.com/office/drawing/2014/main" id="{7BA0D8F1-5D9D-FCED-FF08-76BE84B95D53}"/>
              </a:ext>
            </a:extLst>
          </p:cNvPr>
          <p:cNvGrpSpPr/>
          <p:nvPr userDrawn="1"/>
        </p:nvGrpSpPr>
        <p:grpSpPr>
          <a:xfrm flipH="1">
            <a:off x="10523715" y="5672544"/>
            <a:ext cx="1240384" cy="144735"/>
            <a:chOff x="380497" y="1888670"/>
            <a:chExt cx="1240384" cy="144735"/>
          </a:xfrm>
        </p:grpSpPr>
        <p:pic>
          <p:nvPicPr>
            <p:cNvPr id="317" name="Graphic 316">
              <a:extLst>
                <a:ext uri="{FF2B5EF4-FFF2-40B4-BE49-F238E27FC236}">
                  <a16:creationId xmlns:a16="http://schemas.microsoft.com/office/drawing/2014/main" id="{16F4D1DA-A202-B945-549C-57D3E5D417E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8" name="Straight Connector 317">
              <a:extLst>
                <a:ext uri="{FF2B5EF4-FFF2-40B4-BE49-F238E27FC236}">
                  <a16:creationId xmlns:a16="http://schemas.microsoft.com/office/drawing/2014/main" id="{5A48C51D-B419-815C-5309-7F968CEC82F7}"/>
                </a:ext>
              </a:extLst>
            </p:cNvPr>
            <p:cNvCxnSpPr>
              <a:cxnSpLocks/>
            </p:cNvCxnSpPr>
            <p:nvPr userDrawn="1"/>
          </p:nvCxnSpPr>
          <p:spPr>
            <a:xfrm>
              <a:off x="380497" y="1904852"/>
              <a:ext cx="124038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319" name="Picture 318" descr="A black background with yellow letters&#10;&#10;AI-generated content may be incorrect.">
            <a:extLst>
              <a:ext uri="{FF2B5EF4-FFF2-40B4-BE49-F238E27FC236}">
                <a16:creationId xmlns:a16="http://schemas.microsoft.com/office/drawing/2014/main" id="{395B626E-A024-2A5D-0CF2-3396FA6CC8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spTree>
    <p:extLst>
      <p:ext uri="{BB962C8B-B14F-4D97-AF65-F5344CB8AC3E}">
        <p14:creationId xmlns:p14="http://schemas.microsoft.com/office/powerpoint/2010/main" val="338810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apabiliti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DCA-DED5-72C7-D02B-0E44983C9AA7}"/>
              </a:ext>
            </a:extLst>
          </p:cNvPr>
          <p:cNvSpPr>
            <a:spLocks noGrp="1"/>
          </p:cNvSpPr>
          <p:nvPr>
            <p:ph type="title"/>
          </p:nvPr>
        </p:nvSpPr>
        <p:spPr>
          <a:xfrm>
            <a:off x="380497" y="339212"/>
            <a:ext cx="11427274" cy="581192"/>
          </a:xfrm>
        </p:spPr>
        <p:txBody>
          <a:bodyPr/>
          <a:lstStyle/>
          <a:p>
            <a:r>
              <a:rPr lang="en-US"/>
              <a:t>Click to edit Master title style</a:t>
            </a:r>
          </a:p>
        </p:txBody>
      </p:sp>
      <p:sp>
        <p:nvSpPr>
          <p:cNvPr id="15" name="Content Placeholder 1">
            <a:extLst>
              <a:ext uri="{FF2B5EF4-FFF2-40B4-BE49-F238E27FC236}">
                <a16:creationId xmlns:a16="http://schemas.microsoft.com/office/drawing/2014/main" id="{F4565A5B-4420-7D81-6AC1-46BFCE46BC1E}"/>
              </a:ext>
            </a:extLst>
          </p:cNvPr>
          <p:cNvSpPr>
            <a:spLocks noGrp="1"/>
          </p:cNvSpPr>
          <p:nvPr>
            <p:ph sz="half" idx="16"/>
          </p:nvPr>
        </p:nvSpPr>
        <p:spPr>
          <a:xfrm>
            <a:off x="380497" y="2138082"/>
            <a:ext cx="2679192" cy="3915140"/>
          </a:xfrm>
        </p:spPr>
        <p:txBody>
          <a:bodyPr/>
          <a:lstStyle>
            <a:lvl1pPr>
              <a:spcAft>
                <a:spcPts val="500"/>
              </a:spcAft>
              <a:defRPr b="0">
                <a:latin typeface="+mj-lt"/>
              </a:defRPr>
            </a:lvl1pPr>
            <a:lvl2pPr marL="1588" indent="0">
              <a:buNone/>
              <a:defRPr b="0"/>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34" name="Content Placeholder 2">
            <a:extLst>
              <a:ext uri="{FF2B5EF4-FFF2-40B4-BE49-F238E27FC236}">
                <a16:creationId xmlns:a16="http://schemas.microsoft.com/office/drawing/2014/main" id="{DB8AEE6D-529B-5A4C-9D4A-677F247D723F}"/>
              </a:ext>
            </a:extLst>
          </p:cNvPr>
          <p:cNvSpPr>
            <a:spLocks noGrp="1"/>
          </p:cNvSpPr>
          <p:nvPr>
            <p:ph sz="half" idx="18"/>
          </p:nvPr>
        </p:nvSpPr>
        <p:spPr>
          <a:xfrm>
            <a:off x="3310128" y="2138083"/>
            <a:ext cx="2679192" cy="1417300"/>
          </a:xfrm>
        </p:spPr>
        <p:txBody>
          <a:bodyPr/>
          <a:lstStyle>
            <a:lvl1pPr>
              <a:spcAft>
                <a:spcPts val="500"/>
              </a:spcAft>
              <a:defRPr b="0">
                <a:latin typeface="+mj-lt"/>
              </a:defRPr>
            </a:lvl1pPr>
            <a:lvl2pPr marL="1588" indent="0">
              <a:buNone/>
              <a:defRPr b="0"/>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36" name="Content Placeholder 3">
            <a:extLst>
              <a:ext uri="{FF2B5EF4-FFF2-40B4-BE49-F238E27FC236}">
                <a16:creationId xmlns:a16="http://schemas.microsoft.com/office/drawing/2014/main" id="{17D5DE13-9F2F-BE84-25E7-25E1E5BADF3C}"/>
              </a:ext>
            </a:extLst>
          </p:cNvPr>
          <p:cNvSpPr>
            <a:spLocks noGrp="1"/>
          </p:cNvSpPr>
          <p:nvPr>
            <p:ph sz="half" idx="20"/>
          </p:nvPr>
        </p:nvSpPr>
        <p:spPr>
          <a:xfrm>
            <a:off x="6235186" y="2138083"/>
            <a:ext cx="2679192" cy="1417300"/>
          </a:xfrm>
        </p:spPr>
        <p:txBody>
          <a:bodyPr/>
          <a:lstStyle>
            <a:lvl1pPr>
              <a:spcAft>
                <a:spcPts val="500"/>
              </a:spcAft>
              <a:defRPr b="0">
                <a:latin typeface="+mj-lt"/>
              </a:defRPr>
            </a:lvl1pPr>
            <a:lvl2pPr marL="1588" indent="0">
              <a:buNone/>
              <a:defRPr b="0"/>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38" name="Content Placeholder 4">
            <a:extLst>
              <a:ext uri="{FF2B5EF4-FFF2-40B4-BE49-F238E27FC236}">
                <a16:creationId xmlns:a16="http://schemas.microsoft.com/office/drawing/2014/main" id="{3747E0D5-5B79-6207-DF53-5C77734A682E}"/>
              </a:ext>
            </a:extLst>
          </p:cNvPr>
          <p:cNvSpPr>
            <a:spLocks noGrp="1"/>
          </p:cNvSpPr>
          <p:nvPr>
            <p:ph sz="half" idx="22"/>
          </p:nvPr>
        </p:nvSpPr>
        <p:spPr>
          <a:xfrm>
            <a:off x="9144000" y="2138083"/>
            <a:ext cx="2679192" cy="1417300"/>
          </a:xfrm>
        </p:spPr>
        <p:txBody>
          <a:bodyPr/>
          <a:lstStyle>
            <a:lvl1pPr>
              <a:spcAft>
                <a:spcPts val="500"/>
              </a:spcAft>
              <a:defRPr b="0">
                <a:latin typeface="+mj-lt"/>
              </a:defRPr>
            </a:lvl1pPr>
            <a:lvl2pPr marL="1588" indent="0">
              <a:buNone/>
              <a:defRPr b="0"/>
            </a:lvl2pPr>
            <a:lvl3pPr marL="230188" indent="-228600">
              <a:defRPr b="0"/>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p:txBody>
      </p:sp>
      <p:sp>
        <p:nvSpPr>
          <p:cNvPr id="44" name="Content Placeholder 6">
            <a:extLst>
              <a:ext uri="{FF2B5EF4-FFF2-40B4-BE49-F238E27FC236}">
                <a16:creationId xmlns:a16="http://schemas.microsoft.com/office/drawing/2014/main" id="{2298D039-EDB0-2CC6-7FF2-ADFD86FEEEE2}"/>
              </a:ext>
            </a:extLst>
          </p:cNvPr>
          <p:cNvSpPr>
            <a:spLocks noGrp="1"/>
          </p:cNvSpPr>
          <p:nvPr>
            <p:ph sz="half" idx="28"/>
          </p:nvPr>
        </p:nvSpPr>
        <p:spPr>
          <a:xfrm>
            <a:off x="3310128" y="4635922"/>
            <a:ext cx="2679192" cy="1417300"/>
          </a:xfrm>
        </p:spPr>
        <p:txBody>
          <a:bodyPr/>
          <a:lstStyle>
            <a:lvl1pPr>
              <a:spcAft>
                <a:spcPts val="500"/>
              </a:spcAft>
              <a:defRPr b="0">
                <a:latin typeface="+mj-lt"/>
              </a:defRPr>
            </a:lvl1pPr>
            <a:lvl2pPr marL="1588" indent="0">
              <a:buNone/>
              <a:defRPr b="0"/>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45" name="Content Placeholder 7">
            <a:extLst>
              <a:ext uri="{FF2B5EF4-FFF2-40B4-BE49-F238E27FC236}">
                <a16:creationId xmlns:a16="http://schemas.microsoft.com/office/drawing/2014/main" id="{4E7C6C30-C620-AA2C-2EED-A37501C28A2B}"/>
              </a:ext>
            </a:extLst>
          </p:cNvPr>
          <p:cNvSpPr>
            <a:spLocks noGrp="1"/>
          </p:cNvSpPr>
          <p:nvPr>
            <p:ph sz="half" idx="29"/>
          </p:nvPr>
        </p:nvSpPr>
        <p:spPr>
          <a:xfrm>
            <a:off x="6235186" y="4635922"/>
            <a:ext cx="2679192" cy="1417300"/>
          </a:xfrm>
        </p:spPr>
        <p:txBody>
          <a:bodyPr/>
          <a:lstStyle>
            <a:lvl1pPr>
              <a:spcAft>
                <a:spcPts val="500"/>
              </a:spcAft>
              <a:defRPr b="0">
                <a:latin typeface="+mj-lt"/>
              </a:defRPr>
            </a:lvl1pPr>
            <a:lvl2pPr marL="1588" indent="0">
              <a:buNone/>
              <a:defRPr b="0"/>
            </a:lvl2pPr>
            <a:lvl3pPr marL="230188" indent="-228600">
              <a:defRPr/>
            </a:lvl3pPr>
            <a:lvl4pPr marL="457200" indent="-228600">
              <a:defRPr/>
            </a:lvl4pPr>
            <a:lvl5pPr marL="687388" indent="-228600">
              <a:defRPr/>
            </a:lvl5pPr>
          </a:lstStyle>
          <a:p>
            <a:pPr lvl="0"/>
            <a:r>
              <a:rPr lang="en-US"/>
              <a:t>Click to edit Master text styles</a:t>
            </a:r>
          </a:p>
          <a:p>
            <a:pPr lvl="1"/>
            <a:r>
              <a:rPr lang="en-US"/>
              <a:t>Second level</a:t>
            </a:r>
          </a:p>
        </p:txBody>
      </p:sp>
      <p:sp>
        <p:nvSpPr>
          <p:cNvPr id="46" name="Content Placeholder 8">
            <a:extLst>
              <a:ext uri="{FF2B5EF4-FFF2-40B4-BE49-F238E27FC236}">
                <a16:creationId xmlns:a16="http://schemas.microsoft.com/office/drawing/2014/main" id="{244301D8-22C2-C563-04BE-A11D7BE80C13}"/>
              </a:ext>
            </a:extLst>
          </p:cNvPr>
          <p:cNvSpPr>
            <a:spLocks noGrp="1"/>
          </p:cNvSpPr>
          <p:nvPr>
            <p:ph sz="half" idx="30"/>
          </p:nvPr>
        </p:nvSpPr>
        <p:spPr>
          <a:xfrm>
            <a:off x="9144000" y="4635922"/>
            <a:ext cx="2679192" cy="1417300"/>
          </a:xfrm>
        </p:spPr>
        <p:txBody>
          <a:bodyPr/>
          <a:lstStyle>
            <a:lvl1pPr>
              <a:spcAft>
                <a:spcPts val="500"/>
              </a:spcAft>
              <a:defRPr b="0">
                <a:latin typeface="+mj-lt"/>
              </a:defRPr>
            </a:lvl1pPr>
            <a:lvl2pPr marL="1588" indent="0">
              <a:buNone/>
              <a:defRPr b="0"/>
            </a:lvl2pPr>
            <a:lvl3pPr marL="230188" indent="-228600">
              <a:defRPr b="0"/>
            </a:lvl3pPr>
            <a:lvl4pPr marL="457200" indent="-228600">
              <a:defRPr/>
            </a:lvl4pPr>
            <a:lvl5pPr marL="687388" indent="-228600">
              <a:defRPr/>
            </a:lvl5pPr>
          </a:lstStyle>
          <a:p>
            <a:pPr lvl="0"/>
            <a:r>
              <a:rPr lang="en-US"/>
              <a:t>Click to edit Master text styles</a:t>
            </a:r>
          </a:p>
          <a:p>
            <a:pPr lvl="1"/>
            <a:r>
              <a:rPr lang="en-US"/>
              <a:t>Second level</a:t>
            </a:r>
          </a:p>
          <a:p>
            <a:pPr lvl="2"/>
            <a:r>
              <a:rPr lang="en-US"/>
              <a:t>Third level</a:t>
            </a:r>
          </a:p>
        </p:txBody>
      </p:sp>
      <p:sp>
        <p:nvSpPr>
          <p:cNvPr id="6" name="Footer Placeholder 5">
            <a:extLst>
              <a:ext uri="{FF2B5EF4-FFF2-40B4-BE49-F238E27FC236}">
                <a16:creationId xmlns:a16="http://schemas.microsoft.com/office/drawing/2014/main" id="{ED0F77CD-CFD5-1EFF-FF9A-70B5BACE69F6}"/>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6C51D665-B5E1-E3D9-2E37-8D9F3D02D53E}"/>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10" name="Group 9">
            <a:extLst>
              <a:ext uri="{FF2B5EF4-FFF2-40B4-BE49-F238E27FC236}">
                <a16:creationId xmlns:a16="http://schemas.microsoft.com/office/drawing/2014/main" id="{23B15BF0-4243-4116-781B-142D6F7D6DC3}"/>
              </a:ext>
            </a:extLst>
          </p:cNvPr>
          <p:cNvGrpSpPr/>
          <p:nvPr/>
        </p:nvGrpSpPr>
        <p:grpSpPr>
          <a:xfrm>
            <a:off x="380497" y="1848019"/>
            <a:ext cx="2674276" cy="144735"/>
            <a:chOff x="380497" y="1888670"/>
            <a:chExt cx="2674276" cy="144735"/>
          </a:xfrm>
        </p:grpSpPr>
        <p:pic>
          <p:nvPicPr>
            <p:cNvPr id="11" name="Graphic 10">
              <a:extLst>
                <a:ext uri="{FF2B5EF4-FFF2-40B4-BE49-F238E27FC236}">
                  <a16:creationId xmlns:a16="http://schemas.microsoft.com/office/drawing/2014/main" id="{9AE438E6-1326-B36A-F5DF-A88404BDCF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2" name="Straight Connector 11">
              <a:extLst>
                <a:ext uri="{FF2B5EF4-FFF2-40B4-BE49-F238E27FC236}">
                  <a16:creationId xmlns:a16="http://schemas.microsoft.com/office/drawing/2014/main" id="{90E64D3A-086D-7C8E-695A-62BF7074A57D}"/>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0" name="Picture 19" descr="A black background with yellow letters&#10;&#10;AI-generated content may be incorrect.">
            <a:extLst>
              <a:ext uri="{FF2B5EF4-FFF2-40B4-BE49-F238E27FC236}">
                <a16:creationId xmlns:a16="http://schemas.microsoft.com/office/drawing/2014/main" id="{15E744D5-5EFC-49BD-D6E4-692197FED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1" name="Straight Connector 20">
            <a:extLst>
              <a:ext uri="{FF2B5EF4-FFF2-40B4-BE49-F238E27FC236}">
                <a16:creationId xmlns:a16="http://schemas.microsoft.com/office/drawing/2014/main" id="{38268233-B08E-483C-610D-92F432958AB9}"/>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76939E2-79E8-D1D8-7532-3C3FD372B24E}"/>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AACA8C55-161F-DE41-2794-023369E7C3A7}"/>
              </a:ext>
            </a:extLst>
          </p:cNvPr>
          <p:cNvGrpSpPr/>
          <p:nvPr/>
        </p:nvGrpSpPr>
        <p:grpSpPr>
          <a:xfrm>
            <a:off x="3305556" y="1848019"/>
            <a:ext cx="2674276" cy="144735"/>
            <a:chOff x="380497" y="1888670"/>
            <a:chExt cx="2674276" cy="144735"/>
          </a:xfrm>
        </p:grpSpPr>
        <p:pic>
          <p:nvPicPr>
            <p:cNvPr id="17" name="Graphic 16">
              <a:extLst>
                <a:ext uri="{FF2B5EF4-FFF2-40B4-BE49-F238E27FC236}">
                  <a16:creationId xmlns:a16="http://schemas.microsoft.com/office/drawing/2014/main" id="{3663C29A-C73F-3E21-21C6-56E15130E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8" name="Straight Connector 17">
              <a:extLst>
                <a:ext uri="{FF2B5EF4-FFF2-40B4-BE49-F238E27FC236}">
                  <a16:creationId xmlns:a16="http://schemas.microsoft.com/office/drawing/2014/main" id="{E864004A-15C9-BE25-855C-8D64C2C1C6AC}"/>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C6FC75B8-E019-518C-DD64-B72032CD4A51}"/>
              </a:ext>
            </a:extLst>
          </p:cNvPr>
          <p:cNvGrpSpPr/>
          <p:nvPr/>
        </p:nvGrpSpPr>
        <p:grpSpPr>
          <a:xfrm>
            <a:off x="6235530" y="1848019"/>
            <a:ext cx="2674276" cy="144735"/>
            <a:chOff x="380497" y="1888670"/>
            <a:chExt cx="2674276" cy="144735"/>
          </a:xfrm>
        </p:grpSpPr>
        <p:pic>
          <p:nvPicPr>
            <p:cNvPr id="26" name="Graphic 25">
              <a:extLst>
                <a:ext uri="{FF2B5EF4-FFF2-40B4-BE49-F238E27FC236}">
                  <a16:creationId xmlns:a16="http://schemas.microsoft.com/office/drawing/2014/main" id="{B9330472-4F69-399A-9AF7-4C11905140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27" name="Straight Connector 26">
              <a:extLst>
                <a:ext uri="{FF2B5EF4-FFF2-40B4-BE49-F238E27FC236}">
                  <a16:creationId xmlns:a16="http://schemas.microsoft.com/office/drawing/2014/main" id="{AAB95BD1-990B-A1B0-4CE8-4A6AE91038E3}"/>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9" name="Group 28">
            <a:extLst>
              <a:ext uri="{FF2B5EF4-FFF2-40B4-BE49-F238E27FC236}">
                <a16:creationId xmlns:a16="http://schemas.microsoft.com/office/drawing/2014/main" id="{B018A76E-368F-A323-7405-5324B3C98491}"/>
              </a:ext>
            </a:extLst>
          </p:cNvPr>
          <p:cNvGrpSpPr/>
          <p:nvPr/>
        </p:nvGrpSpPr>
        <p:grpSpPr>
          <a:xfrm>
            <a:off x="9145410" y="1848019"/>
            <a:ext cx="2674276" cy="144735"/>
            <a:chOff x="380497" y="1888670"/>
            <a:chExt cx="2674276" cy="144735"/>
          </a:xfrm>
        </p:grpSpPr>
        <p:pic>
          <p:nvPicPr>
            <p:cNvPr id="30" name="Graphic 29">
              <a:extLst>
                <a:ext uri="{FF2B5EF4-FFF2-40B4-BE49-F238E27FC236}">
                  <a16:creationId xmlns:a16="http://schemas.microsoft.com/office/drawing/2014/main" id="{2EBB6384-CCEE-4CA4-8935-FE4C6120E7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1" name="Straight Connector 30">
              <a:extLst>
                <a:ext uri="{FF2B5EF4-FFF2-40B4-BE49-F238E27FC236}">
                  <a16:creationId xmlns:a16="http://schemas.microsoft.com/office/drawing/2014/main" id="{754F940E-7E3D-AEF5-B66F-07E26ADB3C64}"/>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25" name="Group 24">
            <a:extLst>
              <a:ext uri="{FF2B5EF4-FFF2-40B4-BE49-F238E27FC236}">
                <a16:creationId xmlns:a16="http://schemas.microsoft.com/office/drawing/2014/main" id="{189CABA1-343B-C349-6236-7739FAEF99C1}"/>
              </a:ext>
            </a:extLst>
          </p:cNvPr>
          <p:cNvGrpSpPr/>
          <p:nvPr/>
        </p:nvGrpSpPr>
        <p:grpSpPr>
          <a:xfrm>
            <a:off x="3305556" y="4345858"/>
            <a:ext cx="2674276" cy="144735"/>
            <a:chOff x="380497" y="1888670"/>
            <a:chExt cx="2674276" cy="144735"/>
          </a:xfrm>
        </p:grpSpPr>
        <p:pic>
          <p:nvPicPr>
            <p:cNvPr id="28" name="Graphic 27">
              <a:extLst>
                <a:ext uri="{FF2B5EF4-FFF2-40B4-BE49-F238E27FC236}">
                  <a16:creationId xmlns:a16="http://schemas.microsoft.com/office/drawing/2014/main" id="{41C495E8-8FFF-9DDE-EECC-909EE39114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3" name="Straight Connector 32">
              <a:extLst>
                <a:ext uri="{FF2B5EF4-FFF2-40B4-BE49-F238E27FC236}">
                  <a16:creationId xmlns:a16="http://schemas.microsoft.com/office/drawing/2014/main" id="{FB00942F-215E-B28E-DB53-B5829E59902B}"/>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35" name="Group 34">
            <a:extLst>
              <a:ext uri="{FF2B5EF4-FFF2-40B4-BE49-F238E27FC236}">
                <a16:creationId xmlns:a16="http://schemas.microsoft.com/office/drawing/2014/main" id="{2BD0762B-361D-95CA-6934-49FF48DA8CF6}"/>
              </a:ext>
            </a:extLst>
          </p:cNvPr>
          <p:cNvGrpSpPr/>
          <p:nvPr/>
        </p:nvGrpSpPr>
        <p:grpSpPr>
          <a:xfrm>
            <a:off x="6235530" y="4345858"/>
            <a:ext cx="2674276" cy="144735"/>
            <a:chOff x="380497" y="1888670"/>
            <a:chExt cx="2674276" cy="144735"/>
          </a:xfrm>
        </p:grpSpPr>
        <p:pic>
          <p:nvPicPr>
            <p:cNvPr id="37" name="Graphic 36">
              <a:extLst>
                <a:ext uri="{FF2B5EF4-FFF2-40B4-BE49-F238E27FC236}">
                  <a16:creationId xmlns:a16="http://schemas.microsoft.com/office/drawing/2014/main" id="{2D62E6EA-EE83-C7CD-10F6-6A6FA277DB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39" name="Straight Connector 38">
              <a:extLst>
                <a:ext uri="{FF2B5EF4-FFF2-40B4-BE49-F238E27FC236}">
                  <a16:creationId xmlns:a16="http://schemas.microsoft.com/office/drawing/2014/main" id="{FABEC0CC-A5AB-646D-D8C9-D98BD13BCAD7}"/>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40" name="Group 39">
            <a:extLst>
              <a:ext uri="{FF2B5EF4-FFF2-40B4-BE49-F238E27FC236}">
                <a16:creationId xmlns:a16="http://schemas.microsoft.com/office/drawing/2014/main" id="{C4EA5CE0-689C-F832-7659-604A0C263FE2}"/>
              </a:ext>
            </a:extLst>
          </p:cNvPr>
          <p:cNvGrpSpPr/>
          <p:nvPr/>
        </p:nvGrpSpPr>
        <p:grpSpPr>
          <a:xfrm>
            <a:off x="9145410" y="4345858"/>
            <a:ext cx="2674276" cy="144735"/>
            <a:chOff x="380497" y="1888670"/>
            <a:chExt cx="2674276" cy="144735"/>
          </a:xfrm>
        </p:grpSpPr>
        <p:pic>
          <p:nvPicPr>
            <p:cNvPr id="41" name="Graphic 40">
              <a:extLst>
                <a:ext uri="{FF2B5EF4-FFF2-40B4-BE49-F238E27FC236}">
                  <a16:creationId xmlns:a16="http://schemas.microsoft.com/office/drawing/2014/main" id="{8B1EDD05-7808-12D5-C6BD-5E099ED2F0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42" name="Straight Connector 41">
              <a:extLst>
                <a:ext uri="{FF2B5EF4-FFF2-40B4-BE49-F238E27FC236}">
                  <a16:creationId xmlns:a16="http://schemas.microsoft.com/office/drawing/2014/main" id="{AB4B8764-5F67-C341-5A14-9BA1000FECAE}"/>
                </a:ext>
              </a:extLst>
            </p:cNvPr>
            <p:cNvCxnSpPr>
              <a:cxnSpLocks/>
            </p:cNvCxnSpPr>
            <p:nvPr/>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
        <p:nvSpPr>
          <p:cNvPr id="4" name="Picture Placeholder 13">
            <a:extLst>
              <a:ext uri="{FF2B5EF4-FFF2-40B4-BE49-F238E27FC236}">
                <a16:creationId xmlns:a16="http://schemas.microsoft.com/office/drawing/2014/main" id="{905D665A-0037-6BE6-AE8E-CE3E9ACE6752}"/>
              </a:ext>
            </a:extLst>
          </p:cNvPr>
          <p:cNvSpPr>
            <a:spLocks noGrp="1"/>
          </p:cNvSpPr>
          <p:nvPr>
            <p:ph type="pic" sz="quarter" idx="17" hasCustomPrompt="1"/>
          </p:nvPr>
        </p:nvSpPr>
        <p:spPr>
          <a:xfrm>
            <a:off x="3301151" y="1296141"/>
            <a:ext cx="457200" cy="457200"/>
          </a:xfrm>
        </p:spPr>
        <p:txBody>
          <a:bodyPr anchor="t">
            <a:normAutofit/>
          </a:bodyPr>
          <a:lstStyle>
            <a:lvl1pPr marL="0" indent="0" algn="ctr">
              <a:buNone/>
              <a:defRPr sz="800">
                <a:latin typeface="+mn-lt"/>
              </a:defRPr>
            </a:lvl1pPr>
          </a:lstStyle>
          <a:p>
            <a:r>
              <a:rPr lang="en-US"/>
              <a:t>ICON</a:t>
            </a:r>
          </a:p>
        </p:txBody>
      </p:sp>
      <p:sp>
        <p:nvSpPr>
          <p:cNvPr id="8" name="Picture Placeholder 13">
            <a:extLst>
              <a:ext uri="{FF2B5EF4-FFF2-40B4-BE49-F238E27FC236}">
                <a16:creationId xmlns:a16="http://schemas.microsoft.com/office/drawing/2014/main" id="{51AE94A0-868E-4DD3-4F0D-68669583DE9B}"/>
              </a:ext>
            </a:extLst>
          </p:cNvPr>
          <p:cNvSpPr>
            <a:spLocks noGrp="1"/>
          </p:cNvSpPr>
          <p:nvPr>
            <p:ph type="pic" sz="quarter" idx="24" hasCustomPrompt="1"/>
          </p:nvPr>
        </p:nvSpPr>
        <p:spPr>
          <a:xfrm>
            <a:off x="6232072" y="1296141"/>
            <a:ext cx="457200" cy="457200"/>
          </a:xfrm>
        </p:spPr>
        <p:txBody>
          <a:bodyPr anchor="t">
            <a:normAutofit/>
          </a:bodyPr>
          <a:lstStyle>
            <a:lvl1pPr marL="0" indent="0" algn="ctr">
              <a:buNone/>
              <a:defRPr sz="800">
                <a:latin typeface="+mn-lt"/>
              </a:defRPr>
            </a:lvl1pPr>
          </a:lstStyle>
          <a:p>
            <a:r>
              <a:rPr lang="en-US"/>
              <a:t>ICON</a:t>
            </a:r>
          </a:p>
        </p:txBody>
      </p:sp>
      <p:sp>
        <p:nvSpPr>
          <p:cNvPr id="9" name="Picture Placeholder 13">
            <a:extLst>
              <a:ext uri="{FF2B5EF4-FFF2-40B4-BE49-F238E27FC236}">
                <a16:creationId xmlns:a16="http://schemas.microsoft.com/office/drawing/2014/main" id="{8F4E20BA-3EE3-4F2E-581A-921E0CF453F8}"/>
              </a:ext>
            </a:extLst>
          </p:cNvPr>
          <p:cNvSpPr>
            <a:spLocks noGrp="1"/>
          </p:cNvSpPr>
          <p:nvPr>
            <p:ph type="pic" sz="quarter" idx="25" hasCustomPrompt="1"/>
          </p:nvPr>
        </p:nvSpPr>
        <p:spPr>
          <a:xfrm>
            <a:off x="9130392" y="1296141"/>
            <a:ext cx="457200" cy="457200"/>
          </a:xfrm>
        </p:spPr>
        <p:txBody>
          <a:bodyPr anchor="t">
            <a:normAutofit/>
          </a:bodyPr>
          <a:lstStyle>
            <a:lvl1pPr marL="0" indent="0" algn="ctr">
              <a:buNone/>
              <a:defRPr sz="800">
                <a:latin typeface="+mn-lt"/>
              </a:defRPr>
            </a:lvl1pPr>
          </a:lstStyle>
          <a:p>
            <a:r>
              <a:rPr lang="en-US"/>
              <a:t>ICON</a:t>
            </a:r>
          </a:p>
        </p:txBody>
      </p:sp>
      <p:sp>
        <p:nvSpPr>
          <p:cNvPr id="16" name="Picture Placeholder 13">
            <a:extLst>
              <a:ext uri="{FF2B5EF4-FFF2-40B4-BE49-F238E27FC236}">
                <a16:creationId xmlns:a16="http://schemas.microsoft.com/office/drawing/2014/main" id="{F38B843E-F859-6CC4-50BB-5F6170D0AC5C}"/>
              </a:ext>
            </a:extLst>
          </p:cNvPr>
          <p:cNvSpPr>
            <a:spLocks noGrp="1"/>
          </p:cNvSpPr>
          <p:nvPr>
            <p:ph type="pic" sz="quarter" idx="32" hasCustomPrompt="1"/>
          </p:nvPr>
        </p:nvSpPr>
        <p:spPr>
          <a:xfrm>
            <a:off x="3301151" y="3794796"/>
            <a:ext cx="457200" cy="457200"/>
          </a:xfrm>
        </p:spPr>
        <p:txBody>
          <a:bodyPr anchor="t">
            <a:normAutofit/>
          </a:bodyPr>
          <a:lstStyle>
            <a:lvl1pPr marL="0" indent="0" algn="ctr">
              <a:buNone/>
              <a:defRPr sz="800">
                <a:latin typeface="+mn-lt"/>
              </a:defRPr>
            </a:lvl1pPr>
          </a:lstStyle>
          <a:p>
            <a:r>
              <a:rPr lang="en-US"/>
              <a:t>ICON</a:t>
            </a:r>
          </a:p>
        </p:txBody>
      </p:sp>
      <p:sp>
        <p:nvSpPr>
          <p:cNvPr id="47" name="Picture Placeholder 13">
            <a:extLst>
              <a:ext uri="{FF2B5EF4-FFF2-40B4-BE49-F238E27FC236}">
                <a16:creationId xmlns:a16="http://schemas.microsoft.com/office/drawing/2014/main" id="{3398CA21-E9F3-5DE6-ECA8-88708815CDB4}"/>
              </a:ext>
            </a:extLst>
          </p:cNvPr>
          <p:cNvSpPr>
            <a:spLocks noGrp="1"/>
          </p:cNvSpPr>
          <p:nvPr>
            <p:ph type="pic" sz="quarter" idx="33" hasCustomPrompt="1"/>
          </p:nvPr>
        </p:nvSpPr>
        <p:spPr>
          <a:xfrm>
            <a:off x="6232072" y="3794796"/>
            <a:ext cx="457200" cy="457200"/>
          </a:xfrm>
        </p:spPr>
        <p:txBody>
          <a:bodyPr anchor="t">
            <a:normAutofit/>
          </a:bodyPr>
          <a:lstStyle>
            <a:lvl1pPr marL="0" indent="0" algn="ctr">
              <a:buNone/>
              <a:defRPr sz="800">
                <a:latin typeface="+mn-lt"/>
              </a:defRPr>
            </a:lvl1pPr>
          </a:lstStyle>
          <a:p>
            <a:r>
              <a:rPr lang="en-US"/>
              <a:t>ICON</a:t>
            </a:r>
          </a:p>
        </p:txBody>
      </p:sp>
      <p:sp>
        <p:nvSpPr>
          <p:cNvPr id="48" name="Picture Placeholder 13">
            <a:extLst>
              <a:ext uri="{FF2B5EF4-FFF2-40B4-BE49-F238E27FC236}">
                <a16:creationId xmlns:a16="http://schemas.microsoft.com/office/drawing/2014/main" id="{2B6347C8-1646-C267-134F-723B1855798C}"/>
              </a:ext>
            </a:extLst>
          </p:cNvPr>
          <p:cNvSpPr>
            <a:spLocks noGrp="1"/>
          </p:cNvSpPr>
          <p:nvPr>
            <p:ph type="pic" sz="quarter" idx="34" hasCustomPrompt="1"/>
          </p:nvPr>
        </p:nvSpPr>
        <p:spPr>
          <a:xfrm>
            <a:off x="9130392" y="3794796"/>
            <a:ext cx="457200" cy="457200"/>
          </a:xfrm>
        </p:spPr>
        <p:txBody>
          <a:bodyPr anchor="t">
            <a:normAutofit/>
          </a:bodyPr>
          <a:lstStyle>
            <a:lvl1pPr marL="0" indent="0" algn="ctr">
              <a:buNone/>
              <a:defRPr sz="800">
                <a:latin typeface="+mn-lt"/>
              </a:defRPr>
            </a:lvl1pPr>
          </a:lstStyle>
          <a:p>
            <a:r>
              <a:rPr lang="en-US"/>
              <a:t>ICON</a:t>
            </a:r>
          </a:p>
        </p:txBody>
      </p:sp>
      <p:grpSp>
        <p:nvGrpSpPr>
          <p:cNvPr id="3" name="Group 2">
            <a:extLst>
              <a:ext uri="{FF2B5EF4-FFF2-40B4-BE49-F238E27FC236}">
                <a16:creationId xmlns:a16="http://schemas.microsoft.com/office/drawing/2014/main" id="{ED105C8C-6434-E9F4-79BA-2F40281B534B}"/>
              </a:ext>
            </a:extLst>
          </p:cNvPr>
          <p:cNvGrpSpPr/>
          <p:nvPr userDrawn="1"/>
        </p:nvGrpSpPr>
        <p:grpSpPr>
          <a:xfrm>
            <a:off x="380497" y="1848019"/>
            <a:ext cx="2674276" cy="144735"/>
            <a:chOff x="380497" y="1888670"/>
            <a:chExt cx="2674276" cy="144735"/>
          </a:xfrm>
        </p:grpSpPr>
        <p:pic>
          <p:nvPicPr>
            <p:cNvPr id="5" name="Graphic 4">
              <a:extLst>
                <a:ext uri="{FF2B5EF4-FFF2-40B4-BE49-F238E27FC236}">
                  <a16:creationId xmlns:a16="http://schemas.microsoft.com/office/drawing/2014/main" id="{AAB5540B-D389-9B9B-AAF1-50580C3976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4" name="Straight Connector 13">
              <a:extLst>
                <a:ext uri="{FF2B5EF4-FFF2-40B4-BE49-F238E27FC236}">
                  <a16:creationId xmlns:a16="http://schemas.microsoft.com/office/drawing/2014/main" id="{24A75F32-46CA-F49E-3C04-736A78CF6295}"/>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pic>
        <p:nvPicPr>
          <p:cNvPr id="23" name="Picture 22" descr="A black background with yellow letters&#10;&#10;AI-generated content may be incorrect.">
            <a:extLst>
              <a:ext uri="{FF2B5EF4-FFF2-40B4-BE49-F238E27FC236}">
                <a16:creationId xmlns:a16="http://schemas.microsoft.com/office/drawing/2014/main" id="{8949F16E-0DB6-99BB-B257-1108713DF2D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cxnSp>
        <p:nvCxnSpPr>
          <p:cNvPr id="24" name="Straight Connector 23">
            <a:extLst>
              <a:ext uri="{FF2B5EF4-FFF2-40B4-BE49-F238E27FC236}">
                <a16:creationId xmlns:a16="http://schemas.microsoft.com/office/drawing/2014/main" id="{EAF9F89E-C83A-E98F-4843-95F230C6024C}"/>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99E5A45-92CA-B87B-4931-63D8B7C0AF5A}"/>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47FC04B9-F37E-A2B5-44B4-29F45901CFBC}"/>
              </a:ext>
            </a:extLst>
          </p:cNvPr>
          <p:cNvGrpSpPr/>
          <p:nvPr userDrawn="1"/>
        </p:nvGrpSpPr>
        <p:grpSpPr>
          <a:xfrm>
            <a:off x="3305556" y="1848019"/>
            <a:ext cx="2674276" cy="144735"/>
            <a:chOff x="380497" y="1888670"/>
            <a:chExt cx="2674276" cy="144735"/>
          </a:xfrm>
        </p:grpSpPr>
        <p:pic>
          <p:nvPicPr>
            <p:cNvPr id="49" name="Graphic 48">
              <a:extLst>
                <a:ext uri="{FF2B5EF4-FFF2-40B4-BE49-F238E27FC236}">
                  <a16:creationId xmlns:a16="http://schemas.microsoft.com/office/drawing/2014/main" id="{1FFCBB09-5352-8A3E-7DA7-B8FC64D405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0" name="Straight Connector 49">
              <a:extLst>
                <a:ext uri="{FF2B5EF4-FFF2-40B4-BE49-F238E27FC236}">
                  <a16:creationId xmlns:a16="http://schemas.microsoft.com/office/drawing/2014/main" id="{4E9D52C2-C194-CFBB-8A09-FD7D98B0F34E}"/>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51" name="Group 50">
            <a:extLst>
              <a:ext uri="{FF2B5EF4-FFF2-40B4-BE49-F238E27FC236}">
                <a16:creationId xmlns:a16="http://schemas.microsoft.com/office/drawing/2014/main" id="{4E3B45F8-013E-E978-273D-A3562255FBC5}"/>
              </a:ext>
            </a:extLst>
          </p:cNvPr>
          <p:cNvGrpSpPr/>
          <p:nvPr userDrawn="1"/>
        </p:nvGrpSpPr>
        <p:grpSpPr>
          <a:xfrm>
            <a:off x="6235530" y="1848019"/>
            <a:ext cx="2674276" cy="144735"/>
            <a:chOff x="380497" y="1888670"/>
            <a:chExt cx="2674276" cy="144735"/>
          </a:xfrm>
        </p:grpSpPr>
        <p:pic>
          <p:nvPicPr>
            <p:cNvPr id="52" name="Graphic 51">
              <a:extLst>
                <a:ext uri="{FF2B5EF4-FFF2-40B4-BE49-F238E27FC236}">
                  <a16:creationId xmlns:a16="http://schemas.microsoft.com/office/drawing/2014/main" id="{2A7D6550-85D9-4BE1-C7D9-1BFC2BCBFC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3" name="Straight Connector 52">
              <a:extLst>
                <a:ext uri="{FF2B5EF4-FFF2-40B4-BE49-F238E27FC236}">
                  <a16:creationId xmlns:a16="http://schemas.microsoft.com/office/drawing/2014/main" id="{32D5F936-0F49-705B-7C79-56A556A31AC3}"/>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54" name="Group 53">
            <a:extLst>
              <a:ext uri="{FF2B5EF4-FFF2-40B4-BE49-F238E27FC236}">
                <a16:creationId xmlns:a16="http://schemas.microsoft.com/office/drawing/2014/main" id="{2A9BB9FF-AEF4-0457-0BB5-CFE45CDA8B9E}"/>
              </a:ext>
            </a:extLst>
          </p:cNvPr>
          <p:cNvGrpSpPr/>
          <p:nvPr userDrawn="1"/>
        </p:nvGrpSpPr>
        <p:grpSpPr>
          <a:xfrm>
            <a:off x="9145410" y="1848019"/>
            <a:ext cx="2674276" cy="144735"/>
            <a:chOff x="380497" y="1888670"/>
            <a:chExt cx="2674276" cy="144735"/>
          </a:xfrm>
        </p:grpSpPr>
        <p:pic>
          <p:nvPicPr>
            <p:cNvPr id="55" name="Graphic 54">
              <a:extLst>
                <a:ext uri="{FF2B5EF4-FFF2-40B4-BE49-F238E27FC236}">
                  <a16:creationId xmlns:a16="http://schemas.microsoft.com/office/drawing/2014/main" id="{2A02B953-B9BE-89C9-2749-75CDCE974A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6" name="Straight Connector 55">
              <a:extLst>
                <a:ext uri="{FF2B5EF4-FFF2-40B4-BE49-F238E27FC236}">
                  <a16:creationId xmlns:a16="http://schemas.microsoft.com/office/drawing/2014/main" id="{700F374E-9899-76BF-1251-7273201935C4}"/>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57" name="Group 56">
            <a:extLst>
              <a:ext uri="{FF2B5EF4-FFF2-40B4-BE49-F238E27FC236}">
                <a16:creationId xmlns:a16="http://schemas.microsoft.com/office/drawing/2014/main" id="{873544BA-B959-D9B3-7432-327B8EC00283}"/>
              </a:ext>
            </a:extLst>
          </p:cNvPr>
          <p:cNvGrpSpPr/>
          <p:nvPr userDrawn="1"/>
        </p:nvGrpSpPr>
        <p:grpSpPr>
          <a:xfrm>
            <a:off x="3305556" y="4345858"/>
            <a:ext cx="2674276" cy="144735"/>
            <a:chOff x="380497" y="1888670"/>
            <a:chExt cx="2674276" cy="144735"/>
          </a:xfrm>
        </p:grpSpPr>
        <p:pic>
          <p:nvPicPr>
            <p:cNvPr id="58" name="Graphic 57">
              <a:extLst>
                <a:ext uri="{FF2B5EF4-FFF2-40B4-BE49-F238E27FC236}">
                  <a16:creationId xmlns:a16="http://schemas.microsoft.com/office/drawing/2014/main" id="{4204DA18-8283-2358-7C1D-64309A9A9E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59" name="Straight Connector 58">
              <a:extLst>
                <a:ext uri="{FF2B5EF4-FFF2-40B4-BE49-F238E27FC236}">
                  <a16:creationId xmlns:a16="http://schemas.microsoft.com/office/drawing/2014/main" id="{D9091D42-3F4F-24E3-6493-34FA60C773D7}"/>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60" name="Group 59">
            <a:extLst>
              <a:ext uri="{FF2B5EF4-FFF2-40B4-BE49-F238E27FC236}">
                <a16:creationId xmlns:a16="http://schemas.microsoft.com/office/drawing/2014/main" id="{408A24BA-D48B-26CA-DD05-AE5A3BE6386A}"/>
              </a:ext>
            </a:extLst>
          </p:cNvPr>
          <p:cNvGrpSpPr/>
          <p:nvPr userDrawn="1"/>
        </p:nvGrpSpPr>
        <p:grpSpPr>
          <a:xfrm>
            <a:off x="6235530" y="4345858"/>
            <a:ext cx="2674276" cy="144735"/>
            <a:chOff x="380497" y="1888670"/>
            <a:chExt cx="2674276" cy="144735"/>
          </a:xfrm>
        </p:grpSpPr>
        <p:pic>
          <p:nvPicPr>
            <p:cNvPr id="61" name="Graphic 60">
              <a:extLst>
                <a:ext uri="{FF2B5EF4-FFF2-40B4-BE49-F238E27FC236}">
                  <a16:creationId xmlns:a16="http://schemas.microsoft.com/office/drawing/2014/main" id="{18E0997C-F4CD-3307-20FE-EB5ACC9EA6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62" name="Straight Connector 61">
              <a:extLst>
                <a:ext uri="{FF2B5EF4-FFF2-40B4-BE49-F238E27FC236}">
                  <a16:creationId xmlns:a16="http://schemas.microsoft.com/office/drawing/2014/main" id="{9828B0B3-A459-DE13-8188-8E61D17CD3C5}"/>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grpSp>
        <p:nvGrpSpPr>
          <p:cNvPr id="63" name="Group 62">
            <a:extLst>
              <a:ext uri="{FF2B5EF4-FFF2-40B4-BE49-F238E27FC236}">
                <a16:creationId xmlns:a16="http://schemas.microsoft.com/office/drawing/2014/main" id="{6C587EA5-1428-C4EF-D3F0-15AA33B7AD79}"/>
              </a:ext>
            </a:extLst>
          </p:cNvPr>
          <p:cNvGrpSpPr/>
          <p:nvPr userDrawn="1"/>
        </p:nvGrpSpPr>
        <p:grpSpPr>
          <a:xfrm>
            <a:off x="9145410" y="4345858"/>
            <a:ext cx="2674276" cy="144735"/>
            <a:chOff x="380497" y="1888670"/>
            <a:chExt cx="2674276" cy="144735"/>
          </a:xfrm>
        </p:grpSpPr>
        <p:pic>
          <p:nvPicPr>
            <p:cNvPr id="64" name="Graphic 63">
              <a:extLst>
                <a:ext uri="{FF2B5EF4-FFF2-40B4-BE49-F238E27FC236}">
                  <a16:creationId xmlns:a16="http://schemas.microsoft.com/office/drawing/2014/main" id="{67C0D00D-9266-238F-0B81-69AAC7B9AF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65" name="Straight Connector 64">
              <a:extLst>
                <a:ext uri="{FF2B5EF4-FFF2-40B4-BE49-F238E27FC236}">
                  <a16:creationId xmlns:a16="http://schemas.microsoft.com/office/drawing/2014/main" id="{8579B6E4-6A25-72CD-8B39-9978C27120E1}"/>
                </a:ext>
              </a:extLst>
            </p:cNvPr>
            <p:cNvCxnSpPr>
              <a:cxnSpLocks/>
            </p:cNvCxnSpPr>
            <p:nvPr userDrawn="1"/>
          </p:nvCxnSpPr>
          <p:spPr>
            <a:xfrm>
              <a:off x="380497" y="1904852"/>
              <a:ext cx="2674276" cy="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3671083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5" pos="2088" userDrawn="1">
          <p15:clr>
            <a:srgbClr val="5ACBF0"/>
          </p15:clr>
        </p15:guide>
        <p15:guide id="16" pos="6024" userDrawn="1">
          <p15:clr>
            <a:srgbClr val="5ACBF0"/>
          </p15:clr>
        </p15:guide>
        <p15:guide id="17" pos="504" userDrawn="1">
          <p15:clr>
            <a:srgbClr val="5ACBF0"/>
          </p15:clr>
        </p15:guide>
        <p15:guide id="18" pos="2003" userDrawn="1">
          <p15:clr>
            <a:srgbClr val="FBAE40"/>
          </p15:clr>
        </p15:guide>
        <p15:guide id="19" pos="5760" userDrawn="1">
          <p15:clr>
            <a:srgbClr val="5ACBF0"/>
          </p15:clr>
        </p15:guide>
        <p15:guide id="20" pos="4200" userDrawn="1">
          <p15:clr>
            <a:srgbClr val="5ACBF0"/>
          </p15:clr>
        </p15:guide>
        <p15:guide id="21" orient="horz" pos="2616" userDrawn="1">
          <p15:clr>
            <a:srgbClr val="5ACBF0"/>
          </p15:clr>
        </p15:guide>
        <p15:guide id="22" orient="horz" pos="1200" userDrawn="1">
          <p15:clr>
            <a:srgbClr val="5ACBF0"/>
          </p15:clr>
        </p15:guide>
        <p15:guide id="23" orient="horz" pos="1464" userDrawn="1">
          <p15:clr>
            <a:srgbClr val="5ACBF0"/>
          </p15:clr>
        </p15:guide>
        <p15:guide id="24" orient="horz" pos="2904" userDrawn="1">
          <p15:clr>
            <a:srgbClr val="5ACBF0"/>
          </p15:clr>
        </p15:guide>
        <p15:guide id="25" pos="3936" userDrawn="1">
          <p15:clr>
            <a:srgbClr val="5ACBF0"/>
          </p15:clr>
        </p15:guide>
        <p15:guide id="26" pos="2352" userDrawn="1">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creenshot+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D465-5459-4F30-6476-5269E899A18A}"/>
              </a:ext>
            </a:extLst>
          </p:cNvPr>
          <p:cNvSpPr>
            <a:spLocks noGrp="1"/>
          </p:cNvSpPr>
          <p:nvPr>
            <p:ph type="title"/>
          </p:nvPr>
        </p:nvSpPr>
        <p:spPr>
          <a:xfrm>
            <a:off x="380497" y="339212"/>
            <a:ext cx="11427274" cy="581192"/>
          </a:xfrm>
        </p:spPr>
        <p:txBody>
          <a:bodyPr/>
          <a:lstStyle>
            <a:lvl1pPr>
              <a:defRPr/>
            </a:lvl1pPr>
          </a:lstStyle>
          <a:p>
            <a:r>
              <a:rPr lang="en-US"/>
              <a:t>Click to edit Master title style</a:t>
            </a:r>
          </a:p>
        </p:txBody>
      </p:sp>
      <p:sp>
        <p:nvSpPr>
          <p:cNvPr id="9" name="Text Placeholder 8">
            <a:extLst>
              <a:ext uri="{FF2B5EF4-FFF2-40B4-BE49-F238E27FC236}">
                <a16:creationId xmlns:a16="http://schemas.microsoft.com/office/drawing/2014/main" id="{751CD8C5-AA3F-A416-563A-D8A12E0D2FC1}"/>
              </a:ext>
            </a:extLst>
          </p:cNvPr>
          <p:cNvSpPr>
            <a:spLocks noGrp="1"/>
          </p:cNvSpPr>
          <p:nvPr>
            <p:ph type="body" sz="quarter" idx="13"/>
          </p:nvPr>
        </p:nvSpPr>
        <p:spPr>
          <a:xfrm>
            <a:off x="381000" y="920403"/>
            <a:ext cx="1142677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91387E05-1761-E7B5-B830-EDFF394D8942}"/>
              </a:ext>
            </a:extLst>
          </p:cNvPr>
          <p:cNvSpPr>
            <a:spLocks noGrp="1"/>
          </p:cNvSpPr>
          <p:nvPr>
            <p:ph idx="1"/>
          </p:nvPr>
        </p:nvSpPr>
        <p:spPr>
          <a:xfrm>
            <a:off x="380497" y="2185631"/>
            <a:ext cx="3081160" cy="39879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6E6EB87-D12C-DFFA-5A7E-568D6FEA4692}"/>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8A9FC736-20C5-F0EF-8BB1-4773CFFB3823}"/>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4" name="Group 3">
            <a:extLst>
              <a:ext uri="{FF2B5EF4-FFF2-40B4-BE49-F238E27FC236}">
                <a16:creationId xmlns:a16="http://schemas.microsoft.com/office/drawing/2014/main" id="{3C03FA41-43C3-5C1D-15D8-017475D70090}"/>
              </a:ext>
            </a:extLst>
          </p:cNvPr>
          <p:cNvGrpSpPr/>
          <p:nvPr/>
        </p:nvGrpSpPr>
        <p:grpSpPr>
          <a:xfrm>
            <a:off x="380497" y="1889378"/>
            <a:ext cx="3081160" cy="144735"/>
            <a:chOff x="380497" y="1888670"/>
            <a:chExt cx="3081160" cy="144735"/>
          </a:xfrm>
        </p:grpSpPr>
        <p:pic>
          <p:nvPicPr>
            <p:cNvPr id="7" name="Graphic 6">
              <a:extLst>
                <a:ext uri="{FF2B5EF4-FFF2-40B4-BE49-F238E27FC236}">
                  <a16:creationId xmlns:a16="http://schemas.microsoft.com/office/drawing/2014/main" id="{C6ACF7F9-DE01-7AFF-B3BC-233571EB6E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8" name="Straight Connector 7">
              <a:extLst>
                <a:ext uri="{FF2B5EF4-FFF2-40B4-BE49-F238E27FC236}">
                  <a16:creationId xmlns:a16="http://schemas.microsoft.com/office/drawing/2014/main" id="{C47FB262-F8BD-94F6-B064-1DC33F13672C}"/>
                </a:ext>
              </a:extLst>
            </p:cNvPr>
            <p:cNvCxnSpPr>
              <a:cxnSpLocks/>
            </p:cNvCxnSpPr>
            <p:nvPr/>
          </p:nvCxnSpPr>
          <p:spPr>
            <a:xfrm>
              <a:off x="380497" y="1904852"/>
              <a:ext cx="3081160"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0" name="Picture 9" descr="A black background with yellow letters&#10;&#10;AI-generated content may be incorrect.">
            <a:extLst>
              <a:ext uri="{FF2B5EF4-FFF2-40B4-BE49-F238E27FC236}">
                <a16:creationId xmlns:a16="http://schemas.microsoft.com/office/drawing/2014/main" id="{5AF8ECBC-E410-AC3F-DE49-F06F315757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11" name="Group 10">
            <a:extLst>
              <a:ext uri="{FF2B5EF4-FFF2-40B4-BE49-F238E27FC236}">
                <a16:creationId xmlns:a16="http://schemas.microsoft.com/office/drawing/2014/main" id="{F420EB99-D14E-05E6-AFC7-92E8D09A3774}"/>
              </a:ext>
            </a:extLst>
          </p:cNvPr>
          <p:cNvGrpSpPr/>
          <p:nvPr/>
        </p:nvGrpSpPr>
        <p:grpSpPr>
          <a:xfrm>
            <a:off x="380497" y="6476611"/>
            <a:ext cx="11427274" cy="271909"/>
            <a:chOff x="380497" y="6476611"/>
            <a:chExt cx="11427274" cy="271909"/>
          </a:xfrm>
        </p:grpSpPr>
        <p:cxnSp>
          <p:nvCxnSpPr>
            <p:cNvPr id="12" name="Straight Connector 11">
              <a:extLst>
                <a:ext uri="{FF2B5EF4-FFF2-40B4-BE49-F238E27FC236}">
                  <a16:creationId xmlns:a16="http://schemas.microsoft.com/office/drawing/2014/main" id="{6794F0C1-8013-6924-CC5D-6D0AE7054650}"/>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40393D5-4431-E20A-A41B-C409BB34ABE2}"/>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5441D855-54BE-73D9-DD45-C334D86D6AA2}"/>
              </a:ext>
            </a:extLst>
          </p:cNvPr>
          <p:cNvGrpSpPr/>
          <p:nvPr userDrawn="1"/>
        </p:nvGrpSpPr>
        <p:grpSpPr>
          <a:xfrm>
            <a:off x="380497" y="1889378"/>
            <a:ext cx="3081160" cy="144735"/>
            <a:chOff x="380497" y="1888670"/>
            <a:chExt cx="3081160" cy="144735"/>
          </a:xfrm>
        </p:grpSpPr>
        <p:pic>
          <p:nvPicPr>
            <p:cNvPr id="15" name="Graphic 14">
              <a:extLst>
                <a:ext uri="{FF2B5EF4-FFF2-40B4-BE49-F238E27FC236}">
                  <a16:creationId xmlns:a16="http://schemas.microsoft.com/office/drawing/2014/main" id="{FF357517-0382-B251-7BEA-3DCC805A0B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497" y="1888670"/>
              <a:ext cx="217103" cy="144735"/>
            </a:xfrm>
            <a:prstGeom prst="rect">
              <a:avLst/>
            </a:prstGeom>
          </p:spPr>
        </p:pic>
        <p:cxnSp>
          <p:nvCxnSpPr>
            <p:cNvPr id="16" name="Straight Connector 15">
              <a:extLst>
                <a:ext uri="{FF2B5EF4-FFF2-40B4-BE49-F238E27FC236}">
                  <a16:creationId xmlns:a16="http://schemas.microsoft.com/office/drawing/2014/main" id="{BA804623-2957-86BA-6A07-902C34BFE77F}"/>
                </a:ext>
              </a:extLst>
            </p:cNvPr>
            <p:cNvCxnSpPr>
              <a:cxnSpLocks/>
            </p:cNvCxnSpPr>
            <p:nvPr userDrawn="1"/>
          </p:nvCxnSpPr>
          <p:spPr>
            <a:xfrm>
              <a:off x="380497" y="1904852"/>
              <a:ext cx="3081160"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7" name="Picture 16" descr="A black background with yellow letters&#10;&#10;AI-generated content may be incorrect.">
            <a:extLst>
              <a:ext uri="{FF2B5EF4-FFF2-40B4-BE49-F238E27FC236}">
                <a16:creationId xmlns:a16="http://schemas.microsoft.com/office/drawing/2014/main" id="{210623FF-B6D3-92DB-9559-5D1A6DB582D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18" name="Group 17">
            <a:extLst>
              <a:ext uri="{FF2B5EF4-FFF2-40B4-BE49-F238E27FC236}">
                <a16:creationId xmlns:a16="http://schemas.microsoft.com/office/drawing/2014/main" id="{80BE1967-2B8A-BB32-A08D-DACA7F38B24B}"/>
              </a:ext>
            </a:extLst>
          </p:cNvPr>
          <p:cNvGrpSpPr/>
          <p:nvPr userDrawn="1"/>
        </p:nvGrpSpPr>
        <p:grpSpPr>
          <a:xfrm>
            <a:off x="380497" y="6476611"/>
            <a:ext cx="11427274" cy="271909"/>
            <a:chOff x="380497" y="6476611"/>
            <a:chExt cx="11427274" cy="271909"/>
          </a:xfrm>
        </p:grpSpPr>
        <p:cxnSp>
          <p:nvCxnSpPr>
            <p:cNvPr id="19" name="Straight Connector 18">
              <a:extLst>
                <a:ext uri="{FF2B5EF4-FFF2-40B4-BE49-F238E27FC236}">
                  <a16:creationId xmlns:a16="http://schemas.microsoft.com/office/drawing/2014/main" id="{B6C71AF0-6F90-25D6-D561-328B4A01A0C0}"/>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B9323F3-0558-5007-D023-FB5568BF6F9C}"/>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8194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contact info">
    <p:bg>
      <p:bgPr>
        <a:solidFill>
          <a:srgbClr val="FF6E8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611D0F-4D10-318B-FD7E-92262DD1B2DE}"/>
              </a:ext>
            </a:extLst>
          </p:cNvPr>
          <p:cNvSpPr>
            <a:spLocks noGrp="1"/>
          </p:cNvSpPr>
          <p:nvPr>
            <p:ph type="ftr" sz="quarter" idx="11"/>
          </p:nvPr>
        </p:nvSpPr>
        <p:spPr/>
        <p:txBody>
          <a:bodyPr/>
          <a:lstStyle/>
          <a:p>
            <a:r>
              <a:rPr lang="en-US"/>
              <a:t>© 2025 CoreLogic, Inc.</a:t>
            </a:r>
          </a:p>
        </p:txBody>
      </p:sp>
      <p:sp>
        <p:nvSpPr>
          <p:cNvPr id="4" name="Slide Number Placeholder 3">
            <a:extLst>
              <a:ext uri="{FF2B5EF4-FFF2-40B4-BE49-F238E27FC236}">
                <a16:creationId xmlns:a16="http://schemas.microsoft.com/office/drawing/2014/main" id="{755D8BC1-0A89-A009-F1F9-BE913A66497B}"/>
              </a:ext>
            </a:extLst>
          </p:cNvPr>
          <p:cNvSpPr>
            <a:spLocks noGrp="1"/>
          </p:cNvSpPr>
          <p:nvPr>
            <p:ph type="sldNum" sz="quarter" idx="12"/>
          </p:nvPr>
        </p:nvSpPr>
        <p:spPr/>
        <p:txBody>
          <a:bodyPr/>
          <a:lstStyle/>
          <a:p>
            <a:fld id="{CEECFCA9-F77F-4627-B4FF-32A2978341AA}" type="slidenum">
              <a:rPr lang="en-US" smtClean="0"/>
              <a:t>‹#›</a:t>
            </a:fld>
            <a:endParaRPr lang="en-US"/>
          </a:p>
        </p:txBody>
      </p:sp>
      <p:grpSp>
        <p:nvGrpSpPr>
          <p:cNvPr id="2" name="Group 1">
            <a:extLst>
              <a:ext uri="{FF2B5EF4-FFF2-40B4-BE49-F238E27FC236}">
                <a16:creationId xmlns:a16="http://schemas.microsoft.com/office/drawing/2014/main" id="{7DF7035A-38EB-6163-0920-391DFD3B39E3}"/>
              </a:ext>
            </a:extLst>
          </p:cNvPr>
          <p:cNvGrpSpPr/>
          <p:nvPr/>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94A0D048-498F-DF80-FA16-8336449B091B}"/>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7991FD-DA83-0B15-5152-87769E08E0DD}"/>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FB936AC0-717F-0C9F-148F-0A0B2C0AF1C5}"/>
              </a:ext>
            </a:extLst>
          </p:cNvPr>
          <p:cNvPicPr>
            <a:picLocks noChangeAspect="1"/>
          </p:cNvPicPr>
          <p:nvPr/>
        </p:nvPicPr>
        <p:blipFill>
          <a:blip r:embed="rId2">
            <a:extLst>
              <a:ext uri="{28A0092B-C50C-407E-A947-70E740481C1C}">
                <a14:useLocalDpi xmlns:a14="http://schemas.microsoft.com/office/drawing/2010/main" val="0"/>
              </a:ext>
            </a:extLst>
          </a:blip>
          <a:srcRect l="25" r="25"/>
          <a:stretch/>
        </p:blipFill>
        <p:spPr bwMode="black">
          <a:xfrm>
            <a:off x="382304" y="6556212"/>
            <a:ext cx="798776" cy="227696"/>
          </a:xfrm>
          <a:prstGeom prst="rect">
            <a:avLst/>
          </a:prstGeom>
        </p:spPr>
      </p:pic>
      <p:sp>
        <p:nvSpPr>
          <p:cNvPr id="6" name="Title 1">
            <a:extLst>
              <a:ext uri="{FF2B5EF4-FFF2-40B4-BE49-F238E27FC236}">
                <a16:creationId xmlns:a16="http://schemas.microsoft.com/office/drawing/2014/main" id="{037D8A3E-4D9D-0305-185C-B019432862D9}"/>
              </a:ext>
            </a:extLst>
          </p:cNvPr>
          <p:cNvSpPr>
            <a:spLocks noGrp="1"/>
          </p:cNvSpPr>
          <p:nvPr>
            <p:ph type="title"/>
          </p:nvPr>
        </p:nvSpPr>
        <p:spPr>
          <a:xfrm>
            <a:off x="380496" y="339212"/>
            <a:ext cx="11427273" cy="584332"/>
          </a:xfrm>
        </p:spPr>
        <p:txBody>
          <a:bodyPr>
            <a:normAutofit/>
          </a:bodyPr>
          <a:lstStyle>
            <a:lvl1pPr>
              <a:defRPr/>
            </a:lvl1pPr>
          </a:lstStyle>
          <a:p>
            <a:r>
              <a:rPr lang="en-US"/>
              <a:t>Click to edit Master title style</a:t>
            </a:r>
          </a:p>
        </p:txBody>
      </p:sp>
      <p:sp>
        <p:nvSpPr>
          <p:cNvPr id="7" name="Text Placeholder 8">
            <a:extLst>
              <a:ext uri="{FF2B5EF4-FFF2-40B4-BE49-F238E27FC236}">
                <a16:creationId xmlns:a16="http://schemas.microsoft.com/office/drawing/2014/main" id="{C1F780A8-7D47-F96A-F754-CC03C5B76BDC}"/>
              </a:ext>
            </a:extLst>
          </p:cNvPr>
          <p:cNvSpPr>
            <a:spLocks noGrp="1"/>
          </p:cNvSpPr>
          <p:nvPr>
            <p:ph type="body" sz="quarter" idx="13"/>
          </p:nvPr>
        </p:nvSpPr>
        <p:spPr>
          <a:xfrm>
            <a:off x="381000" y="923544"/>
            <a:ext cx="11443601" cy="744371"/>
          </a:xfrm>
        </p:spPr>
        <p:txBody>
          <a:bodyPr>
            <a:normAutofit/>
          </a:bodyPr>
          <a:lstStyle>
            <a:lvl1pPr marL="0" indent="0">
              <a:buFont typeface="Arial" panose="020B0604020202020204" pitchFamily="34" charset="0"/>
              <a:buNone/>
              <a:defRPr sz="1600">
                <a:solidFill>
                  <a:schemeClr val="tx1"/>
                </a:solidFill>
              </a:defRPr>
            </a:lvl1pPr>
            <a:lvl2pPr marL="1588" indent="0">
              <a:buNone/>
              <a:defRPr/>
            </a:lvl2pPr>
            <a:lvl3pPr marL="228600" indent="0">
              <a:buNone/>
              <a:defRPr/>
            </a:lvl3pPr>
            <a:lvl4pPr marL="458788" indent="0">
              <a:buNone/>
              <a:defRPr/>
            </a:lvl4pPr>
            <a:lvl5pPr marL="685800" indent="0">
              <a:buNone/>
              <a:defRPr/>
            </a:lvl5pPr>
          </a:lstStyle>
          <a:p>
            <a:pPr lvl="0"/>
            <a:r>
              <a:rPr lang="en-US"/>
              <a:t>Click to edit Master text styles</a:t>
            </a:r>
          </a:p>
        </p:txBody>
      </p:sp>
      <p:sp>
        <p:nvSpPr>
          <p:cNvPr id="8" name="Table Placeholder 6">
            <a:extLst>
              <a:ext uri="{FF2B5EF4-FFF2-40B4-BE49-F238E27FC236}">
                <a16:creationId xmlns:a16="http://schemas.microsoft.com/office/drawing/2014/main" id="{DA0A1C93-F40D-C9C4-FFFE-1EB5F64BBE79}"/>
              </a:ext>
            </a:extLst>
          </p:cNvPr>
          <p:cNvSpPr>
            <a:spLocks noGrp="1"/>
          </p:cNvSpPr>
          <p:nvPr>
            <p:ph type="tbl" sz="quarter" idx="14"/>
          </p:nvPr>
        </p:nvSpPr>
        <p:spPr>
          <a:xfrm>
            <a:off x="4727121" y="2106827"/>
            <a:ext cx="7080704" cy="4017748"/>
          </a:xfrm>
        </p:spPr>
        <p:txBody>
          <a:bodyPr anchor="ctr"/>
          <a:lstStyle/>
          <a:p>
            <a:r>
              <a:rPr lang="en-US"/>
              <a:t>Click icon to add table</a:t>
            </a:r>
          </a:p>
        </p:txBody>
      </p:sp>
      <p:grpSp>
        <p:nvGrpSpPr>
          <p:cNvPr id="11" name="Group 10">
            <a:extLst>
              <a:ext uri="{FF2B5EF4-FFF2-40B4-BE49-F238E27FC236}">
                <a16:creationId xmlns:a16="http://schemas.microsoft.com/office/drawing/2014/main" id="{9F58903F-7FE8-34EE-B20D-87FE6F7F78D9}"/>
              </a:ext>
            </a:extLst>
          </p:cNvPr>
          <p:cNvGrpSpPr/>
          <p:nvPr userDrawn="1"/>
        </p:nvGrpSpPr>
        <p:grpSpPr>
          <a:xfrm>
            <a:off x="380497" y="6476611"/>
            <a:ext cx="11427274" cy="271909"/>
            <a:chOff x="380497" y="6476611"/>
            <a:chExt cx="11427274" cy="271909"/>
          </a:xfrm>
        </p:grpSpPr>
        <p:cxnSp>
          <p:nvCxnSpPr>
            <p:cNvPr id="12" name="Straight Connector 11">
              <a:extLst>
                <a:ext uri="{FF2B5EF4-FFF2-40B4-BE49-F238E27FC236}">
                  <a16:creationId xmlns:a16="http://schemas.microsoft.com/office/drawing/2014/main" id="{A008AE3E-4884-A833-455C-DAD4BA65E9D6}"/>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4C5750D-8D55-3D60-89BC-87BC8AAE08CF}"/>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14" name="Picture 13">
            <a:extLst>
              <a:ext uri="{FF2B5EF4-FFF2-40B4-BE49-F238E27FC236}">
                <a16:creationId xmlns:a16="http://schemas.microsoft.com/office/drawing/2014/main" id="{A0CD8A59-39FE-1B19-A04C-66AE6F8F88BB}"/>
              </a:ext>
            </a:extLst>
          </p:cNvPr>
          <p:cNvPicPr>
            <a:picLocks noChangeAspect="1"/>
          </p:cNvPicPr>
          <p:nvPr userDrawn="1"/>
        </p:nvPicPr>
        <p:blipFill>
          <a:blip r:embed="rId2">
            <a:extLst>
              <a:ext uri="{28A0092B-C50C-407E-A947-70E740481C1C}">
                <a14:useLocalDpi xmlns:a14="http://schemas.microsoft.com/office/drawing/2010/main" val="0"/>
              </a:ext>
            </a:extLst>
          </a:blip>
          <a:srcRect l="25" r="25"/>
          <a:stretch/>
        </p:blipFill>
        <p:spPr bwMode="black">
          <a:xfrm>
            <a:off x="382304" y="6556212"/>
            <a:ext cx="798776" cy="227696"/>
          </a:xfrm>
          <a:prstGeom prst="rect">
            <a:avLst/>
          </a:prstGeom>
        </p:spPr>
      </p:pic>
    </p:spTree>
    <p:extLst>
      <p:ext uri="{BB962C8B-B14F-4D97-AF65-F5344CB8AC3E}">
        <p14:creationId xmlns:p14="http://schemas.microsoft.com/office/powerpoint/2010/main" val="241723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7" name="Picture 6" descr="A group of triangles in the sky&#10;&#10;AI-generated content may be incorrect.">
            <a:extLst>
              <a:ext uri="{FF2B5EF4-FFF2-40B4-BE49-F238E27FC236}">
                <a16:creationId xmlns:a16="http://schemas.microsoft.com/office/drawing/2014/main" id="{38EBD4E7-70BB-4C2B-9339-F47073440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4632" y="836380"/>
            <a:ext cx="7487367" cy="6021620"/>
          </a:xfrm>
          <a:prstGeom prst="rect">
            <a:avLst/>
          </a:prstGeom>
        </p:spPr>
      </p:pic>
      <p:sp>
        <p:nvSpPr>
          <p:cNvPr id="2" name="Title 1">
            <a:extLst>
              <a:ext uri="{FF2B5EF4-FFF2-40B4-BE49-F238E27FC236}">
                <a16:creationId xmlns:a16="http://schemas.microsoft.com/office/drawing/2014/main" id="{4A89AA52-3823-9B0C-1A87-6B7AE08ADD3C}"/>
              </a:ext>
            </a:extLst>
          </p:cNvPr>
          <p:cNvSpPr>
            <a:spLocks noGrp="1"/>
          </p:cNvSpPr>
          <p:nvPr>
            <p:ph type="ctrTitle" hasCustomPrompt="1"/>
          </p:nvPr>
        </p:nvSpPr>
        <p:spPr>
          <a:xfrm>
            <a:off x="377712" y="1947994"/>
            <a:ext cx="8033191" cy="3151037"/>
          </a:xfrm>
        </p:spPr>
        <p:txBody>
          <a:bodyPr anchor="ctr" anchorCtr="0">
            <a:normAutofit/>
          </a:bodyPr>
          <a:lstStyle>
            <a:lvl1pPr algn="l">
              <a:lnSpc>
                <a:spcPct val="94000"/>
              </a:lnSpc>
              <a:defRPr sz="7100" b="0">
                <a:solidFill>
                  <a:schemeClr val="tx1"/>
                </a:solidFill>
              </a:defRPr>
            </a:lvl1pPr>
          </a:lstStyle>
          <a:p>
            <a:r>
              <a:rPr lang="en-US"/>
              <a:t>Click to edit Master title style 3 lines</a:t>
            </a:r>
          </a:p>
        </p:txBody>
      </p:sp>
      <p:pic>
        <p:nvPicPr>
          <p:cNvPr id="13" name="Picture 12" descr="A black background with yellow letters&#10;&#10;AI-generated content may be incorrect.">
            <a:extLst>
              <a:ext uri="{FF2B5EF4-FFF2-40B4-BE49-F238E27FC236}">
                <a16:creationId xmlns:a16="http://schemas.microsoft.com/office/drawing/2014/main" id="{65C67781-7B6F-A5CB-165F-6F3B75868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712" y="533539"/>
            <a:ext cx="2666484" cy="760043"/>
          </a:xfrm>
          <a:prstGeom prst="rect">
            <a:avLst/>
          </a:prstGeom>
        </p:spPr>
      </p:pic>
      <p:pic>
        <p:nvPicPr>
          <p:cNvPr id="3" name="Picture 2" descr="A group of triangles in the sky&#10;&#10;AI-generated content may be incorrect.">
            <a:extLst>
              <a:ext uri="{FF2B5EF4-FFF2-40B4-BE49-F238E27FC236}">
                <a16:creationId xmlns:a16="http://schemas.microsoft.com/office/drawing/2014/main" id="{76836FB0-0991-6CAC-8241-D17B237E84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04632" y="836380"/>
            <a:ext cx="7487367" cy="6021620"/>
          </a:xfrm>
          <a:prstGeom prst="rect">
            <a:avLst/>
          </a:prstGeom>
        </p:spPr>
      </p:pic>
      <p:pic>
        <p:nvPicPr>
          <p:cNvPr id="4" name="Picture 3" descr="A black background with yellow letters&#10;&#10;AI-generated content may be incorrect.">
            <a:extLst>
              <a:ext uri="{FF2B5EF4-FFF2-40B4-BE49-F238E27FC236}">
                <a16:creationId xmlns:a16="http://schemas.microsoft.com/office/drawing/2014/main" id="{6BE84338-EFC4-13A3-86E7-92D792E7A2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7712" y="533539"/>
            <a:ext cx="2666484" cy="760043"/>
          </a:xfrm>
          <a:prstGeom prst="rect">
            <a:avLst/>
          </a:prstGeom>
        </p:spPr>
      </p:pic>
    </p:spTree>
    <p:extLst>
      <p:ext uri="{BB962C8B-B14F-4D97-AF65-F5344CB8AC3E}">
        <p14:creationId xmlns:p14="http://schemas.microsoft.com/office/powerpoint/2010/main" val="217511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Vertical Title and Tex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C5C37D-821E-81B5-9E25-438C9340F3DF}"/>
              </a:ext>
            </a:extLst>
          </p:cNvPr>
          <p:cNvPicPr>
            <a:picLocks noChangeAspect="1"/>
          </p:cNvPicPr>
          <p:nvPr/>
        </p:nvPicPr>
        <p:blipFill>
          <a:blip r:embed="rId2">
            <a:extLst>
              <a:ext uri="{28A0092B-C50C-407E-A947-70E740481C1C}">
                <a14:useLocalDpi xmlns:a14="http://schemas.microsoft.com/office/drawing/2010/main" val="0"/>
              </a:ext>
            </a:extLst>
          </a:blip>
          <a:srcRect l="24" r="24"/>
          <a:stretch/>
        </p:blipFill>
        <p:spPr>
          <a:xfrm rot="5400000">
            <a:off x="48954" y="666380"/>
            <a:ext cx="798455" cy="227696"/>
          </a:xfrm>
          <a:prstGeom prst="rect">
            <a:avLst/>
          </a:prstGeom>
        </p:spPr>
      </p:pic>
      <p:cxnSp>
        <p:nvCxnSpPr>
          <p:cNvPr id="11" name="Straight Connector 10">
            <a:extLst>
              <a:ext uri="{FF2B5EF4-FFF2-40B4-BE49-F238E27FC236}">
                <a16:creationId xmlns:a16="http://schemas.microsoft.com/office/drawing/2014/main" id="{6A4FBC90-C0B8-DCDC-4566-5C0873554986}"/>
              </a:ext>
            </a:extLst>
          </p:cNvPr>
          <p:cNvCxnSpPr>
            <a:cxnSpLocks/>
          </p:cNvCxnSpPr>
          <p:nvPr/>
        </p:nvCxnSpPr>
        <p:spPr>
          <a:xfrm>
            <a:off x="641629" y="380999"/>
            <a:ext cx="1" cy="608784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C1B163E-24C9-5056-F082-10A629F13AA2}"/>
              </a:ext>
            </a:extLst>
          </p:cNvPr>
          <p:cNvCxnSpPr>
            <a:cxnSpLocks/>
          </p:cNvCxnSpPr>
          <p:nvPr/>
        </p:nvCxnSpPr>
        <p:spPr>
          <a:xfrm rot="5400000">
            <a:off x="454129" y="6129747"/>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7" name="Footer Placeholder 2">
            <a:extLst>
              <a:ext uri="{FF2B5EF4-FFF2-40B4-BE49-F238E27FC236}">
                <a16:creationId xmlns:a16="http://schemas.microsoft.com/office/drawing/2014/main" id="{E73E0B98-77EB-50B0-6CA4-827BA74F34B8}"/>
              </a:ext>
            </a:extLst>
          </p:cNvPr>
          <p:cNvSpPr>
            <a:spLocks noGrp="1"/>
          </p:cNvSpPr>
          <p:nvPr>
            <p:ph type="ftr" sz="quarter" idx="11"/>
          </p:nvPr>
        </p:nvSpPr>
        <p:spPr>
          <a:xfrm rot="5400000">
            <a:off x="-447739" y="5000090"/>
            <a:ext cx="1928836" cy="227696"/>
          </a:xfrm>
        </p:spPr>
        <p:txBody>
          <a:bodyPr/>
          <a:lstStyle/>
          <a:p>
            <a:r>
              <a:rPr lang="en-US"/>
              <a:t>© 2025 CoreLogic, Inc.</a:t>
            </a:r>
          </a:p>
        </p:txBody>
      </p:sp>
      <p:sp>
        <p:nvSpPr>
          <p:cNvPr id="8" name="Slide Number Placeholder 3">
            <a:extLst>
              <a:ext uri="{FF2B5EF4-FFF2-40B4-BE49-F238E27FC236}">
                <a16:creationId xmlns:a16="http://schemas.microsoft.com/office/drawing/2014/main" id="{5DC935B8-DB99-1361-E76A-778E0204FD9B}"/>
              </a:ext>
            </a:extLst>
          </p:cNvPr>
          <p:cNvSpPr>
            <a:spLocks noGrp="1"/>
          </p:cNvSpPr>
          <p:nvPr>
            <p:ph type="sldNum" sz="quarter" idx="12"/>
          </p:nvPr>
        </p:nvSpPr>
        <p:spPr>
          <a:xfrm rot="5400000">
            <a:off x="375497" y="6230640"/>
            <a:ext cx="282363" cy="227696"/>
          </a:xfrm>
        </p:spPr>
        <p:txBody>
          <a:bodyPr/>
          <a:lstStyle/>
          <a:p>
            <a:fld id="{CEECFCA9-F77F-4627-B4FF-32A2978341AA}" type="slidenum">
              <a:rPr lang="en-US" smtClean="0"/>
              <a:t>‹#›</a:t>
            </a:fld>
            <a:endParaRPr lang="en-US"/>
          </a:p>
        </p:txBody>
      </p:sp>
      <p:pic>
        <p:nvPicPr>
          <p:cNvPr id="4" name="Picture 3">
            <a:extLst>
              <a:ext uri="{FF2B5EF4-FFF2-40B4-BE49-F238E27FC236}">
                <a16:creationId xmlns:a16="http://schemas.microsoft.com/office/drawing/2014/main" id="{221409A3-A33A-1A69-304C-8CFB3E455680}"/>
              </a:ext>
            </a:extLst>
          </p:cNvPr>
          <p:cNvPicPr>
            <a:picLocks noChangeAspect="1"/>
          </p:cNvPicPr>
          <p:nvPr userDrawn="1"/>
        </p:nvPicPr>
        <p:blipFill>
          <a:blip r:embed="rId2">
            <a:extLst>
              <a:ext uri="{28A0092B-C50C-407E-A947-70E740481C1C}">
                <a14:useLocalDpi xmlns:a14="http://schemas.microsoft.com/office/drawing/2010/main" val="0"/>
              </a:ext>
            </a:extLst>
          </a:blip>
          <a:srcRect l="24" r="24"/>
          <a:stretch/>
        </p:blipFill>
        <p:spPr>
          <a:xfrm rot="5400000">
            <a:off x="48954" y="666380"/>
            <a:ext cx="798455" cy="227696"/>
          </a:xfrm>
          <a:prstGeom prst="rect">
            <a:avLst/>
          </a:prstGeom>
        </p:spPr>
      </p:pic>
      <p:cxnSp>
        <p:nvCxnSpPr>
          <p:cNvPr id="5" name="Straight Connector 4">
            <a:extLst>
              <a:ext uri="{FF2B5EF4-FFF2-40B4-BE49-F238E27FC236}">
                <a16:creationId xmlns:a16="http://schemas.microsoft.com/office/drawing/2014/main" id="{B6E3BD1E-B513-F1BB-DAF4-13E107E89D0A}"/>
              </a:ext>
            </a:extLst>
          </p:cNvPr>
          <p:cNvCxnSpPr>
            <a:cxnSpLocks/>
          </p:cNvCxnSpPr>
          <p:nvPr userDrawn="1"/>
        </p:nvCxnSpPr>
        <p:spPr>
          <a:xfrm>
            <a:off x="641629" y="380999"/>
            <a:ext cx="1" cy="608784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E3F31BF-8DF2-9808-DE40-5518D25276AB}"/>
              </a:ext>
            </a:extLst>
          </p:cNvPr>
          <p:cNvCxnSpPr>
            <a:cxnSpLocks/>
          </p:cNvCxnSpPr>
          <p:nvPr userDrawn="1"/>
        </p:nvCxnSpPr>
        <p:spPr>
          <a:xfrm rot="5400000">
            <a:off x="454129" y="6129747"/>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Vertical Title 1">
            <a:extLst>
              <a:ext uri="{FF2B5EF4-FFF2-40B4-BE49-F238E27FC236}">
                <a16:creationId xmlns:a16="http://schemas.microsoft.com/office/drawing/2014/main" id="{617574E9-989C-862C-E512-E2837D9EB522}"/>
              </a:ext>
            </a:extLst>
          </p:cNvPr>
          <p:cNvSpPr>
            <a:spLocks noGrp="1"/>
          </p:cNvSpPr>
          <p:nvPr>
            <p:ph type="title" orient="vert" hasCustomPrompt="1"/>
          </p:nvPr>
        </p:nvSpPr>
        <p:spPr>
          <a:xfrm>
            <a:off x="10506692" y="389159"/>
            <a:ext cx="1301079" cy="6087840"/>
          </a:xfrm>
        </p:spPr>
        <p:txBody>
          <a:bodyPr vert="eaVert"/>
          <a:lstStyle>
            <a:lvl1pPr>
              <a:defRPr/>
            </a:lvl1pPr>
          </a:lstStyle>
          <a:p>
            <a:r>
              <a:rPr lang="en-US"/>
              <a:t>Click to edit </a:t>
            </a:r>
            <a:br>
              <a:rPr lang="en-US"/>
            </a:br>
            <a:r>
              <a:rPr lang="en-US"/>
              <a:t>Master title </a:t>
            </a:r>
            <a:br>
              <a:rPr lang="en-US"/>
            </a:br>
            <a:r>
              <a:rPr lang="en-US"/>
              <a:t>style</a:t>
            </a:r>
          </a:p>
        </p:txBody>
      </p:sp>
      <p:sp>
        <p:nvSpPr>
          <p:cNvPr id="13" name="Vertical Text Placeholder 2">
            <a:extLst>
              <a:ext uri="{FF2B5EF4-FFF2-40B4-BE49-F238E27FC236}">
                <a16:creationId xmlns:a16="http://schemas.microsoft.com/office/drawing/2014/main" id="{ACFD0E34-0165-8674-627B-E4E9CD98370F}"/>
              </a:ext>
            </a:extLst>
          </p:cNvPr>
          <p:cNvSpPr>
            <a:spLocks noGrp="1"/>
          </p:cNvSpPr>
          <p:nvPr>
            <p:ph type="body" orient="vert" idx="1"/>
          </p:nvPr>
        </p:nvSpPr>
        <p:spPr>
          <a:xfrm>
            <a:off x="800101" y="389159"/>
            <a:ext cx="9295781" cy="60878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50117E95-32F7-FB74-077E-2585A2603FD9}"/>
              </a:ext>
            </a:extLst>
          </p:cNvPr>
          <p:cNvGrpSpPr/>
          <p:nvPr userDrawn="1"/>
        </p:nvGrpSpPr>
        <p:grpSpPr>
          <a:xfrm rot="5400000">
            <a:off x="7261122" y="3365048"/>
            <a:ext cx="6096511" cy="144735"/>
            <a:chOff x="380497" y="1888670"/>
            <a:chExt cx="6096511" cy="144735"/>
          </a:xfrm>
        </p:grpSpPr>
        <p:pic>
          <p:nvPicPr>
            <p:cNvPr id="3" name="Graphic 2">
              <a:extLst>
                <a:ext uri="{FF2B5EF4-FFF2-40B4-BE49-F238E27FC236}">
                  <a16:creationId xmlns:a16="http://schemas.microsoft.com/office/drawing/2014/main" id="{5DB59C62-8E66-0C74-0F2A-21166063A2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4" name="Straight Connector 13">
              <a:extLst>
                <a:ext uri="{FF2B5EF4-FFF2-40B4-BE49-F238E27FC236}">
                  <a16:creationId xmlns:a16="http://schemas.microsoft.com/office/drawing/2014/main" id="{B11FDB6D-E8E7-551D-704B-E967F7D90DEF}"/>
                </a:ext>
              </a:extLst>
            </p:cNvPr>
            <p:cNvCxnSpPr>
              <a:cxnSpLocks/>
            </p:cNvCxnSpPr>
            <p:nvPr userDrawn="1"/>
          </p:nvCxnSpPr>
          <p:spPr>
            <a:xfrm rot="16200000">
              <a:off x="3428753" y="-1143404"/>
              <a:ext cx="0" cy="609651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11730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3" pos="504">
          <p15:clr>
            <a:srgbClr val="5ACBF0"/>
          </p15:clr>
        </p15:guide>
        <p15:guide id="14" pos="6600">
          <p15:clr>
            <a:srgbClr val="5ACBF0"/>
          </p15:clr>
        </p15:guide>
        <p15:guide id="15" pos="408">
          <p15:clr>
            <a:srgbClr val="5ACBF0"/>
          </p15:clr>
        </p15:guide>
        <p15:guide id="16" pos="6552">
          <p15:clr>
            <a:srgbClr val="5ACBF0"/>
          </p15:clr>
        </p15:guide>
        <p15:guide id="17" pos="7440">
          <p15:clr>
            <a:srgbClr val="5ACBF0"/>
          </p15:clr>
        </p15:guide>
        <p15:guide id="18" orient="horz" pos="240">
          <p15:clr>
            <a:srgbClr val="5ACBF0"/>
          </p15:clr>
        </p15:guide>
        <p15:guide id="19" orient="horz" pos="528">
          <p15:clr>
            <a:srgbClr val="5ACBF0"/>
          </p15:clr>
        </p15:guide>
        <p15:guide id="20" orient="horz" pos="3792">
          <p15:clr>
            <a:srgbClr val="5ACBF0"/>
          </p15:clr>
        </p15:guide>
        <p15:guide id="21" orient="horz" pos="4080">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B0867EC-3FD8-34D2-D463-E676B8ED2D31}"/>
              </a:ext>
            </a:extLst>
          </p:cNvPr>
          <p:cNvSpPr>
            <a:spLocks noGrp="1"/>
          </p:cNvSpPr>
          <p:nvPr>
            <p:ph type="ftr" sz="quarter" idx="3"/>
          </p:nvPr>
        </p:nvSpPr>
        <p:spPr>
          <a:xfrm>
            <a:off x="9475723" y="6485669"/>
            <a:ext cx="1928836" cy="227696"/>
          </a:xfrm>
          <a:prstGeom prst="rect">
            <a:avLst/>
          </a:prstGeom>
        </p:spPr>
        <p:txBody>
          <a:bodyPr vert="horz" lIns="0" tIns="0" rIns="0" bIns="0" rtlCol="0" anchor="b" anchorCtr="0"/>
          <a:lstStyle>
            <a:lvl1pPr algn="r">
              <a:defRPr sz="700" spc="0" baseline="0">
                <a:solidFill>
                  <a:schemeClr val="tx1"/>
                </a:solidFill>
                <a:latin typeface="IBM Plex Mono" panose="020B0509050203000203" pitchFamily="49" charset="0"/>
              </a:defRPr>
            </a:lvl1pPr>
          </a:lstStyle>
          <a:p>
            <a:r>
              <a:rPr lang="en-US"/>
              <a:t>© 2025 CoreLogic, Inc.</a:t>
            </a:r>
          </a:p>
        </p:txBody>
      </p:sp>
      <p:sp>
        <p:nvSpPr>
          <p:cNvPr id="6" name="Slide Number Placeholder 5">
            <a:extLst>
              <a:ext uri="{FF2B5EF4-FFF2-40B4-BE49-F238E27FC236}">
                <a16:creationId xmlns:a16="http://schemas.microsoft.com/office/drawing/2014/main" id="{0C32821B-9097-08EC-2CA9-956FD815F166}"/>
              </a:ext>
            </a:extLst>
          </p:cNvPr>
          <p:cNvSpPr>
            <a:spLocks noGrp="1"/>
          </p:cNvSpPr>
          <p:nvPr>
            <p:ph type="sldNum" sz="quarter" idx="4"/>
          </p:nvPr>
        </p:nvSpPr>
        <p:spPr>
          <a:xfrm>
            <a:off x="11542239" y="6485669"/>
            <a:ext cx="282363" cy="227696"/>
          </a:xfrm>
          <a:prstGeom prst="rect">
            <a:avLst/>
          </a:prstGeom>
        </p:spPr>
        <p:txBody>
          <a:bodyPr vert="horz" lIns="0" tIns="0" rIns="0" bIns="0" rtlCol="0" anchor="b" anchorCtr="0"/>
          <a:lstStyle>
            <a:lvl1pPr algn="r">
              <a:defRPr sz="700">
                <a:solidFill>
                  <a:schemeClr val="tx1"/>
                </a:solidFill>
                <a:latin typeface="IBM Plex Mono" panose="020B0509050203000203" pitchFamily="49" charset="0"/>
              </a:defRPr>
            </a:lvl1pPr>
          </a:lstStyle>
          <a:p>
            <a:fld id="{CEECFCA9-F77F-4627-B4FF-32A2978341AA}" type="slidenum">
              <a:rPr lang="en-US" smtClean="0"/>
              <a:pPr/>
              <a:t>‹#›</a:t>
            </a:fld>
            <a:endParaRPr lang="en-US"/>
          </a:p>
        </p:txBody>
      </p:sp>
      <p:pic>
        <p:nvPicPr>
          <p:cNvPr id="10" name="Picture 9" descr="A black background with yellow letters&#10;&#10;AI-generated content may be incorrect.">
            <a:extLst>
              <a:ext uri="{FF2B5EF4-FFF2-40B4-BE49-F238E27FC236}">
                <a16:creationId xmlns:a16="http://schemas.microsoft.com/office/drawing/2014/main" id="{24E19A75-003B-D6A8-9598-CA1F259AEB27}"/>
              </a:ext>
            </a:extLst>
          </p:cNvPr>
          <p:cNvPicPr>
            <a:picLocks noChangeAspect="1"/>
          </p:cNvPicPr>
          <p:nvPr/>
        </p:nvPicPr>
        <p:blipFill>
          <a:blip r:embed="rId55">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4" name="Group 3">
            <a:extLst>
              <a:ext uri="{FF2B5EF4-FFF2-40B4-BE49-F238E27FC236}">
                <a16:creationId xmlns:a16="http://schemas.microsoft.com/office/drawing/2014/main" id="{9BFD9A1C-E647-A2E3-B6C9-C19F44855FC1}"/>
              </a:ext>
            </a:extLst>
          </p:cNvPr>
          <p:cNvGrpSpPr/>
          <p:nvPr/>
        </p:nvGrpSpPr>
        <p:grpSpPr>
          <a:xfrm>
            <a:off x="380497" y="6476611"/>
            <a:ext cx="11427274" cy="271909"/>
            <a:chOff x="380497" y="6476611"/>
            <a:chExt cx="11427274" cy="271909"/>
          </a:xfrm>
        </p:grpSpPr>
        <p:cxnSp>
          <p:nvCxnSpPr>
            <p:cNvPr id="12" name="Straight Connector 11">
              <a:extLst>
                <a:ext uri="{FF2B5EF4-FFF2-40B4-BE49-F238E27FC236}">
                  <a16:creationId xmlns:a16="http://schemas.microsoft.com/office/drawing/2014/main" id="{45DF6E1A-E822-A918-0402-E20C0123D945}"/>
                </a:ext>
              </a:extLst>
            </p:cNvPr>
            <p:cNvCxnSpPr>
              <a:cxnSpLocks/>
            </p:cNvCxnSpPr>
            <p:nvPr/>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BE1D154-A01F-E8B2-50D3-F024A1D483CF}"/>
                </a:ext>
              </a:extLst>
            </p:cNvPr>
            <p:cNvCxnSpPr>
              <a:cxnSpLocks/>
            </p:cNvCxnSpPr>
            <p:nvPr/>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160C8C9A-F94D-AE9F-289F-1BD2350CC760}"/>
              </a:ext>
            </a:extLst>
          </p:cNvPr>
          <p:cNvGrpSpPr/>
          <p:nvPr/>
        </p:nvGrpSpPr>
        <p:grpSpPr>
          <a:xfrm>
            <a:off x="380497" y="1888670"/>
            <a:ext cx="11427274" cy="144735"/>
            <a:chOff x="380497" y="1888670"/>
            <a:chExt cx="11427274" cy="144735"/>
          </a:xfrm>
        </p:grpSpPr>
        <p:pic>
          <p:nvPicPr>
            <p:cNvPr id="23" name="Graphic 22">
              <a:extLst>
                <a:ext uri="{FF2B5EF4-FFF2-40B4-BE49-F238E27FC236}">
                  <a16:creationId xmlns:a16="http://schemas.microsoft.com/office/drawing/2014/main" id="{5CEB2F47-C5BF-446D-95D4-55241E6E9A33}"/>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380497" y="1888670"/>
              <a:ext cx="217103" cy="144735"/>
            </a:xfrm>
            <a:prstGeom prst="rect">
              <a:avLst/>
            </a:prstGeom>
          </p:spPr>
        </p:pic>
        <p:cxnSp>
          <p:nvCxnSpPr>
            <p:cNvPr id="24" name="Straight Connector 23">
              <a:extLst>
                <a:ext uri="{FF2B5EF4-FFF2-40B4-BE49-F238E27FC236}">
                  <a16:creationId xmlns:a16="http://schemas.microsoft.com/office/drawing/2014/main" id="{9CD6FCA6-1FDE-B53A-FDCF-7F8B0F352051}"/>
                </a:ext>
              </a:extLst>
            </p:cNvPr>
            <p:cNvCxnSpPr>
              <a:cxnSpLocks/>
            </p:cNvCxnSpPr>
            <p:nvPr/>
          </p:nvCxnSpPr>
          <p:spPr>
            <a:xfrm>
              <a:off x="380497" y="1904852"/>
              <a:ext cx="1142727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 name="Text Placeholder 2">
            <a:extLst>
              <a:ext uri="{FF2B5EF4-FFF2-40B4-BE49-F238E27FC236}">
                <a16:creationId xmlns:a16="http://schemas.microsoft.com/office/drawing/2014/main" id="{F99BEB25-D017-BC05-9EF2-46DE72F62A54}"/>
              </a:ext>
            </a:extLst>
          </p:cNvPr>
          <p:cNvSpPr>
            <a:spLocks noGrp="1"/>
          </p:cNvSpPr>
          <p:nvPr>
            <p:ph type="body" idx="1"/>
          </p:nvPr>
        </p:nvSpPr>
        <p:spPr>
          <a:xfrm>
            <a:off x="380497" y="2185631"/>
            <a:ext cx="11427274" cy="398794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40EF572E-9F5B-07EE-16DC-27A0B6FBB33C}"/>
              </a:ext>
            </a:extLst>
          </p:cNvPr>
          <p:cNvSpPr>
            <a:spLocks noGrp="1"/>
          </p:cNvSpPr>
          <p:nvPr>
            <p:ph type="title"/>
          </p:nvPr>
        </p:nvSpPr>
        <p:spPr>
          <a:xfrm>
            <a:off x="380497" y="339211"/>
            <a:ext cx="11427274" cy="1325563"/>
          </a:xfrm>
          <a:prstGeom prst="rect">
            <a:avLst/>
          </a:prstGeom>
        </p:spPr>
        <p:txBody>
          <a:bodyPr vert="horz" lIns="0" tIns="45720" rIns="0" bIns="0" rtlCol="0" anchor="t" anchorCtr="0">
            <a:noAutofit/>
          </a:bodyPr>
          <a:lstStyle/>
          <a:p>
            <a:r>
              <a:rPr lang="en-US"/>
              <a:t>Click to edit Master title style</a:t>
            </a:r>
          </a:p>
        </p:txBody>
      </p:sp>
      <p:pic>
        <p:nvPicPr>
          <p:cNvPr id="7" name="Picture 6" descr="A black background with yellow letters&#10;&#10;AI-generated content may be incorrect.">
            <a:extLst>
              <a:ext uri="{FF2B5EF4-FFF2-40B4-BE49-F238E27FC236}">
                <a16:creationId xmlns:a16="http://schemas.microsoft.com/office/drawing/2014/main" id="{610E3D17-0CBC-2C8D-3A44-1F0781567559}"/>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82304" y="6556212"/>
            <a:ext cx="798832" cy="227696"/>
          </a:xfrm>
          <a:prstGeom prst="rect">
            <a:avLst/>
          </a:prstGeom>
        </p:spPr>
      </p:pic>
      <p:grpSp>
        <p:nvGrpSpPr>
          <p:cNvPr id="8" name="Group 7">
            <a:extLst>
              <a:ext uri="{FF2B5EF4-FFF2-40B4-BE49-F238E27FC236}">
                <a16:creationId xmlns:a16="http://schemas.microsoft.com/office/drawing/2014/main" id="{F882CB3D-64E8-DF23-FDEF-8DD036D540E1}"/>
              </a:ext>
            </a:extLst>
          </p:cNvPr>
          <p:cNvGrpSpPr/>
          <p:nvPr userDrawn="1"/>
        </p:nvGrpSpPr>
        <p:grpSpPr>
          <a:xfrm>
            <a:off x="380497" y="6476611"/>
            <a:ext cx="11427274" cy="271909"/>
            <a:chOff x="380497" y="6476611"/>
            <a:chExt cx="11427274" cy="271909"/>
          </a:xfrm>
        </p:grpSpPr>
        <p:cxnSp>
          <p:nvCxnSpPr>
            <p:cNvPr id="9" name="Straight Connector 8">
              <a:extLst>
                <a:ext uri="{FF2B5EF4-FFF2-40B4-BE49-F238E27FC236}">
                  <a16:creationId xmlns:a16="http://schemas.microsoft.com/office/drawing/2014/main" id="{8B4BC394-58C3-20FE-4BEB-E7F230F0B756}"/>
                </a:ext>
              </a:extLst>
            </p:cNvPr>
            <p:cNvCxnSpPr>
              <a:cxnSpLocks/>
            </p:cNvCxnSpPr>
            <p:nvPr userDrawn="1"/>
          </p:nvCxnSpPr>
          <p:spPr>
            <a:xfrm>
              <a:off x="380497" y="6476611"/>
              <a:ext cx="1142727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69187CC-669A-775C-1A24-BA41CC9C4CF6}"/>
                </a:ext>
              </a:extLst>
            </p:cNvPr>
            <p:cNvCxnSpPr>
              <a:cxnSpLocks/>
            </p:cNvCxnSpPr>
            <p:nvPr userDrawn="1"/>
          </p:nvCxnSpPr>
          <p:spPr>
            <a:xfrm>
              <a:off x="11553087" y="6579704"/>
              <a:ext cx="0" cy="16881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062E6183-FADB-AAEF-9F00-A78013FA2729}"/>
              </a:ext>
            </a:extLst>
          </p:cNvPr>
          <p:cNvGrpSpPr/>
          <p:nvPr userDrawn="1"/>
        </p:nvGrpSpPr>
        <p:grpSpPr>
          <a:xfrm>
            <a:off x="380497" y="1888670"/>
            <a:ext cx="11427274" cy="144735"/>
            <a:chOff x="380497" y="1888670"/>
            <a:chExt cx="11427274" cy="144735"/>
          </a:xfrm>
        </p:grpSpPr>
        <p:pic>
          <p:nvPicPr>
            <p:cNvPr id="14" name="Graphic 13">
              <a:extLst>
                <a:ext uri="{FF2B5EF4-FFF2-40B4-BE49-F238E27FC236}">
                  <a16:creationId xmlns:a16="http://schemas.microsoft.com/office/drawing/2014/main" id="{C6DE998F-194D-664C-6562-E21DCAB0E1C6}"/>
                </a:ext>
              </a:extLst>
            </p:cNvPr>
            <p:cNvPicPr>
              <a:picLocks noChangeAspect="1"/>
            </p:cNvPicPr>
            <p:nvPr userDrawn="1"/>
          </p:nvPicPr>
          <p:blipFill>
            <a:blip>
              <a:extLst>
                <a:ext uri="{96DAC541-7B7A-43D3-8B79-37D633B846F1}">
                  <asvg:svgBlip xmlns:asvg="http://schemas.microsoft.com/office/drawing/2016/SVG/main" r:embed="rId56"/>
                </a:ext>
              </a:extLst>
            </a:blip>
            <a:stretch>
              <a:fillRect/>
            </a:stretch>
          </p:blipFill>
          <p:spPr>
            <a:xfrm>
              <a:off x="380497" y="1888670"/>
              <a:ext cx="217103" cy="144735"/>
            </a:xfrm>
            <a:prstGeom prst="rect">
              <a:avLst/>
            </a:prstGeom>
          </p:spPr>
        </p:pic>
        <p:cxnSp>
          <p:nvCxnSpPr>
            <p:cNvPr id="15" name="Straight Connector 14">
              <a:extLst>
                <a:ext uri="{FF2B5EF4-FFF2-40B4-BE49-F238E27FC236}">
                  <a16:creationId xmlns:a16="http://schemas.microsoft.com/office/drawing/2014/main" id="{E3243BC3-C220-D112-5566-03E67E54DD9B}"/>
                </a:ext>
              </a:extLst>
            </p:cNvPr>
            <p:cNvCxnSpPr>
              <a:cxnSpLocks/>
            </p:cNvCxnSpPr>
            <p:nvPr userDrawn="1"/>
          </p:nvCxnSpPr>
          <p:spPr>
            <a:xfrm>
              <a:off x="380497" y="1904852"/>
              <a:ext cx="11427274"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96834253"/>
      </p:ext>
    </p:extLst>
  </p:cSld>
  <p:clrMap bg1="lt1" tx1="dk1" bg2="lt2" tx2="dk2" accent1="accent1" accent2="accent2" accent3="accent3" accent4="accent4" accent5="accent5" accent6="accent6" hlink="hlink" folHlink="folHlink"/>
  <p:sldLayoutIdLst>
    <p:sldLayoutId id="2147483781" r:id="rId1"/>
    <p:sldLayoutId id="2147483892" r:id="rId2"/>
    <p:sldLayoutId id="2147483893"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900" r:id="rId32"/>
    <p:sldLayoutId id="2147483810" r:id="rId33"/>
    <p:sldLayoutId id="2147483811" r:id="rId34"/>
    <p:sldLayoutId id="2147483812" r:id="rId35"/>
    <p:sldLayoutId id="2147483813" r:id="rId36"/>
    <p:sldLayoutId id="2147483814" r:id="rId37"/>
    <p:sldLayoutId id="2147483815" r:id="rId38"/>
    <p:sldLayoutId id="2147483816" r:id="rId39"/>
    <p:sldLayoutId id="2147483817" r:id="rId40"/>
    <p:sldLayoutId id="2147483818" r:id="rId41"/>
    <p:sldLayoutId id="2147483819" r:id="rId42"/>
    <p:sldLayoutId id="2147483820" r:id="rId43"/>
    <p:sldLayoutId id="2147483823" r:id="rId44"/>
    <p:sldLayoutId id="2147483824" r:id="rId45"/>
    <p:sldLayoutId id="2147483898" r:id="rId46"/>
    <p:sldLayoutId id="2147483826" r:id="rId47"/>
    <p:sldLayoutId id="2147483827" r:id="rId48"/>
    <p:sldLayoutId id="2147483830" r:id="rId49"/>
    <p:sldLayoutId id="2147483831" r:id="rId50"/>
    <p:sldLayoutId id="2147483832" r:id="rId51"/>
    <p:sldLayoutId id="2147483833" r:id="rId52"/>
    <p:sldLayoutId id="2147483896" r:id="rId5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5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13000"/>
        </a:lnSpc>
        <a:spcBef>
          <a:spcPts val="700"/>
        </a:spcBef>
        <a:buFont typeface="Arial" panose="020B0604020202020204" pitchFamily="34" charset="0"/>
        <a:buNone/>
        <a:defRPr sz="1400" kern="1200">
          <a:solidFill>
            <a:schemeClr val="tx1"/>
          </a:solidFill>
          <a:latin typeface="+mn-lt"/>
          <a:ea typeface="+mn-ea"/>
          <a:cs typeface="+mn-cs"/>
        </a:defRPr>
      </a:lvl1pPr>
      <a:lvl2pPr marL="230188" indent="-22860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2pPr>
      <a:lvl3pPr marL="457200" indent="-17145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3pPr>
      <a:lvl4pPr marL="687388" indent="-22860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userDrawn="1">
          <p15:clr>
            <a:srgbClr val="F26B43"/>
          </p15:clr>
        </p15:guide>
        <p15:guide id="10" pos="7680" userDrawn="1">
          <p15:clr>
            <a:srgbClr val="F26B43"/>
          </p15:clr>
        </p15:guide>
        <p15:guide id="11" pos="240" userDrawn="1">
          <p15:clr>
            <a:srgbClr val="F26B43"/>
          </p15:clr>
        </p15:guide>
        <p15:guide id="12" pos="3840" userDrawn="1">
          <p15:clr>
            <a:srgbClr val="F26B43"/>
          </p15:clr>
        </p15:guide>
        <p15:guide id="13" pos="7440" userDrawn="1">
          <p15:clr>
            <a:srgbClr val="F26B43"/>
          </p15:clr>
        </p15:guide>
        <p15:guide id="14" orient="horz" pos="216" userDrawn="1">
          <p15:clr>
            <a:srgbClr val="F26B43"/>
          </p15:clr>
        </p15:guide>
        <p15:guide id="15" orient="horz" pos="2160" userDrawn="1">
          <p15:clr>
            <a:srgbClr val="F26B43"/>
          </p15:clr>
        </p15:guide>
        <p15:guide id="16" orient="horz" pos="39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slideLayout" Target="../slideLayouts/slideLayout4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81CD70D-1B14-6BBC-3DFB-A4252E61D2B0}"/>
              </a:ext>
            </a:extLst>
          </p:cNvPr>
          <p:cNvSpPr>
            <a:spLocks noGrp="1"/>
          </p:cNvSpPr>
          <p:nvPr>
            <p:ph type="ctrTitle"/>
          </p:nvPr>
        </p:nvSpPr>
        <p:spPr>
          <a:xfrm>
            <a:off x="377712" y="1790974"/>
            <a:ext cx="8763113" cy="1458253"/>
          </a:xfrm>
        </p:spPr>
        <p:txBody>
          <a:bodyPr/>
          <a:lstStyle/>
          <a:p>
            <a:pPr algn="ctr"/>
            <a:r>
              <a:rPr lang="en-US" sz="4500">
                <a:latin typeface="Calibri" panose="020F0502020204030204" pitchFamily="34" charset="0"/>
                <a:ea typeface="Calibri" panose="020F0502020204030204" pitchFamily="34" charset="0"/>
                <a:cs typeface="Calibri" panose="020F0502020204030204" pitchFamily="34" charset="0"/>
              </a:rPr>
              <a:t>Crime Risk</a:t>
            </a:r>
            <a:br>
              <a:rPr lang="en-US" sz="4500">
                <a:latin typeface="Calibri" panose="020F0502020204030204" pitchFamily="34" charset="0"/>
                <a:ea typeface="Calibri" panose="020F0502020204030204" pitchFamily="34" charset="0"/>
                <a:cs typeface="Calibri" panose="020F0502020204030204" pitchFamily="34" charset="0"/>
              </a:rPr>
            </a:br>
            <a:r>
              <a:rPr lang="en-US" sz="2400" i="1">
                <a:latin typeface="Calibri" panose="020F0502020204030204" pitchFamily="34" charset="0"/>
                <a:ea typeface="Calibri" panose="020F0502020204030204" pitchFamily="34" charset="0"/>
                <a:cs typeface="Calibri" panose="020F0502020204030204" pitchFamily="34" charset="0"/>
              </a:rPr>
              <a:t>New Use Case </a:t>
            </a:r>
            <a:r>
              <a:rPr lang="en-US" sz="2400">
                <a:latin typeface="Calibri" panose="020F0502020204030204" pitchFamily="34" charset="0"/>
                <a:ea typeface="Calibri" panose="020F0502020204030204" pitchFamily="34" charset="0"/>
                <a:cs typeface="Calibri" panose="020F0502020204030204" pitchFamily="34" charset="0"/>
              </a:rPr>
              <a:t>f</a:t>
            </a:r>
            <a:r>
              <a:rPr lang="en-US" sz="2400" i="1">
                <a:latin typeface="Calibri" panose="020F0502020204030204" pitchFamily="34" charset="0"/>
                <a:ea typeface="Calibri" panose="020F0502020204030204" pitchFamily="34" charset="0"/>
                <a:cs typeface="Calibri" panose="020F0502020204030204" pitchFamily="34" charset="0"/>
              </a:rPr>
              <a:t>or an Existing Model</a:t>
            </a:r>
            <a:endParaRPr lang="en-US" sz="2400">
              <a:latin typeface="Calibri" panose="020F0502020204030204" pitchFamily="34" charset="0"/>
              <a:ea typeface="Calibri" panose="020F0502020204030204" pitchFamily="34" charset="0"/>
              <a:cs typeface="Calibri" panose="020F0502020204030204" pitchFamily="34" charset="0"/>
            </a:endParaRPr>
          </a:p>
        </p:txBody>
      </p:sp>
      <p:sp>
        <p:nvSpPr>
          <p:cNvPr id="7" name="Subtitle 2">
            <a:extLst>
              <a:ext uri="{FF2B5EF4-FFF2-40B4-BE49-F238E27FC236}">
                <a16:creationId xmlns:a16="http://schemas.microsoft.com/office/drawing/2014/main" id="{ED104AE6-5B09-88BC-1DB3-F69606E2F857}"/>
              </a:ext>
            </a:extLst>
          </p:cNvPr>
          <p:cNvSpPr txBox="1">
            <a:spLocks/>
          </p:cNvSpPr>
          <p:nvPr/>
        </p:nvSpPr>
        <p:spPr>
          <a:xfrm>
            <a:off x="1518083" y="3608774"/>
            <a:ext cx="6800295" cy="822960"/>
          </a:xfrm>
          <a:prstGeom prst="rect">
            <a:avLst/>
          </a:prstGeom>
        </p:spPr>
        <p:txBody>
          <a:bodyPr vert="horz" wrap="square" lIns="91440" tIns="45720" rIns="91440" bIns="4572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2000" kern="1200" baseline="30000">
                <a:solidFill>
                  <a:schemeClr val="tx1"/>
                </a:solidFill>
                <a:latin typeface="+mn-lt"/>
                <a:ea typeface="+mn-ea"/>
                <a:cs typeface="+mn-cs"/>
              </a:defRPr>
            </a:lvl1pPr>
            <a:lvl2pPr marL="457200" indent="0" algn="ctr" defTabSz="914400" rtl="0" eaLnBrk="1" latinLnBrk="0" hangingPunct="1">
              <a:lnSpc>
                <a:spcPct val="113000"/>
              </a:lnSpc>
              <a:spcBef>
                <a:spcPts val="7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3000"/>
              </a:lnSpc>
              <a:spcBef>
                <a:spcPts val="7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3000"/>
              </a:lnSpc>
              <a:spcBef>
                <a:spcPts val="7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3000"/>
              </a:lnSpc>
              <a:spcBef>
                <a:spcPts val="7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13999"/>
              </a:lnSpc>
            </a:pPr>
            <a:r>
              <a:rPr lang="en-US" sz="2400"/>
              <a:t>Model Review Committee Documentation</a:t>
            </a:r>
          </a:p>
          <a:p>
            <a:pPr algn="ctr">
              <a:lnSpc>
                <a:spcPct val="113999"/>
              </a:lnSpc>
            </a:pPr>
            <a:r>
              <a:rPr lang="en-US" sz="2400" i="1"/>
              <a:t>09/03/2025</a:t>
            </a:r>
            <a:endParaRPr lang="en-US" sz="2400"/>
          </a:p>
          <a:p>
            <a:pPr>
              <a:lnSpc>
                <a:spcPct val="113999"/>
              </a:lnSpc>
            </a:pPr>
            <a:endParaRPr lang="en-US">
              <a:cs typeface="Calibri"/>
            </a:endParaRPr>
          </a:p>
        </p:txBody>
      </p:sp>
      <p:sp>
        <p:nvSpPr>
          <p:cNvPr id="8" name="TextBox 7">
            <a:extLst>
              <a:ext uri="{FF2B5EF4-FFF2-40B4-BE49-F238E27FC236}">
                <a16:creationId xmlns:a16="http://schemas.microsoft.com/office/drawing/2014/main" id="{6E5B0A9E-3EE1-5557-1AB1-A4CDF41AE3AC}"/>
              </a:ext>
            </a:extLst>
          </p:cNvPr>
          <p:cNvSpPr txBox="1"/>
          <p:nvPr/>
        </p:nvSpPr>
        <p:spPr>
          <a:xfrm>
            <a:off x="2957052" y="4557182"/>
            <a:ext cx="5112749" cy="261610"/>
          </a:xfrm>
          <a:prstGeom prst="rect">
            <a:avLst/>
          </a:prstGeom>
          <a:noFill/>
        </p:spPr>
        <p:txBody>
          <a:bodyPr wrap="square" rtlCol="0">
            <a:spAutoFit/>
          </a:bodyPr>
          <a:lstStyle/>
          <a:p>
            <a:r>
              <a:rPr lang="en-US" sz="1100" b="1"/>
              <a:t>*</a:t>
            </a:r>
            <a:r>
              <a:rPr lang="en-US" sz="1100" b="1" kern="100">
                <a:effectLst/>
                <a:latin typeface="Calibri" panose="020F0502020204030204" pitchFamily="34" charset="0"/>
                <a:ea typeface="Aptos" panose="020B0004020202020204" pitchFamily="34" charset="0"/>
                <a:cs typeface="Calibri" panose="020F0502020204030204" pitchFamily="34" charset="0"/>
              </a:rPr>
              <a:t>Refer to Best practices for naming Models in the Appendix</a:t>
            </a:r>
            <a:endParaRPr lang="en-US" sz="1100" b="1"/>
          </a:p>
        </p:txBody>
      </p:sp>
    </p:spTree>
    <p:extLst>
      <p:ext uri="{BB962C8B-B14F-4D97-AF65-F5344CB8AC3E}">
        <p14:creationId xmlns:p14="http://schemas.microsoft.com/office/powerpoint/2010/main" val="6821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1CDC9-7F99-9272-065F-31B5C4FD9E11}"/>
            </a:ext>
          </a:extLst>
        </p:cNvPr>
        <p:cNvGrpSpPr/>
        <p:nvPr/>
      </p:nvGrpSpPr>
      <p:grpSpPr>
        <a:xfrm>
          <a:off x="0" y="0"/>
          <a:ext cx="0" cy="0"/>
          <a:chOff x="0" y="0"/>
          <a:chExt cx="0" cy="0"/>
        </a:xfrm>
      </p:grpSpPr>
      <p:sp>
        <p:nvSpPr>
          <p:cNvPr id="46" name="Footer Placeholder 45">
            <a:extLst>
              <a:ext uri="{FF2B5EF4-FFF2-40B4-BE49-F238E27FC236}">
                <a16:creationId xmlns:a16="http://schemas.microsoft.com/office/drawing/2014/main" id="{19FF6811-4AB6-FD9C-0953-729B078BC17A}"/>
              </a:ext>
            </a:extLst>
          </p:cNvPr>
          <p:cNvSpPr>
            <a:spLocks noGrp="1"/>
          </p:cNvSpPr>
          <p:nvPr>
            <p:ph type="ftr" sz="quarter" idx="11"/>
          </p:nvPr>
        </p:nvSpPr>
        <p:spPr/>
        <p:txBody>
          <a:bodyPr/>
          <a:lstStyle/>
          <a:p>
            <a:r>
              <a:rPr lang="en-US"/>
              <a:t>© 2025 CoreLogic, Inc.</a:t>
            </a:r>
          </a:p>
        </p:txBody>
      </p:sp>
      <p:sp>
        <p:nvSpPr>
          <p:cNvPr id="47" name="Slide Number Placeholder 46">
            <a:extLst>
              <a:ext uri="{FF2B5EF4-FFF2-40B4-BE49-F238E27FC236}">
                <a16:creationId xmlns:a16="http://schemas.microsoft.com/office/drawing/2014/main" id="{B76559BF-6634-2CA9-9BAF-1D2A02FAF17B}"/>
              </a:ext>
            </a:extLst>
          </p:cNvPr>
          <p:cNvSpPr>
            <a:spLocks noGrp="1"/>
          </p:cNvSpPr>
          <p:nvPr>
            <p:ph type="sldNum" sz="quarter" idx="12"/>
          </p:nvPr>
        </p:nvSpPr>
        <p:spPr/>
        <p:txBody>
          <a:bodyPr/>
          <a:lstStyle/>
          <a:p>
            <a:fld id="{CEECFCA9-F77F-4627-B4FF-32A2978341AA}" type="slidenum">
              <a:rPr lang="en-US" smtClean="0"/>
              <a:pPr/>
              <a:t>2</a:t>
            </a:fld>
            <a:endParaRPr lang="en-US"/>
          </a:p>
        </p:txBody>
      </p:sp>
      <p:sp>
        <p:nvSpPr>
          <p:cNvPr id="3" name="Title 2">
            <a:extLst>
              <a:ext uri="{FF2B5EF4-FFF2-40B4-BE49-F238E27FC236}">
                <a16:creationId xmlns:a16="http://schemas.microsoft.com/office/drawing/2014/main" id="{C3EFF281-DD82-AC4D-5430-CC3268B1FB3C}"/>
              </a:ext>
            </a:extLst>
          </p:cNvPr>
          <p:cNvSpPr>
            <a:spLocks noGrp="1"/>
          </p:cNvSpPr>
          <p:nvPr>
            <p:ph type="title"/>
          </p:nvPr>
        </p:nvSpPr>
        <p:spPr/>
        <p:txBody>
          <a:bodyPr/>
          <a:lstStyle/>
          <a:p>
            <a:r>
              <a:rPr lang="en-US"/>
              <a:t>Agenda</a:t>
            </a:r>
            <a:br>
              <a:rPr lang="en-US"/>
            </a:br>
            <a:endParaRPr lang="en-US"/>
          </a:p>
        </p:txBody>
      </p:sp>
      <p:sp>
        <p:nvSpPr>
          <p:cNvPr id="5" name="Text Placeholder 4" hidden="1">
            <a:extLst>
              <a:ext uri="{FF2B5EF4-FFF2-40B4-BE49-F238E27FC236}">
                <a16:creationId xmlns:a16="http://schemas.microsoft.com/office/drawing/2014/main" id="{47DEE7D2-2F57-FBCC-B6A2-A0C01160B66F}"/>
              </a:ext>
            </a:extLst>
          </p:cNvPr>
          <p:cNvSpPr>
            <a:spLocks noGrp="1"/>
          </p:cNvSpPr>
          <p:nvPr>
            <p:ph type="body" sz="quarter" idx="13"/>
          </p:nvPr>
        </p:nvSpPr>
        <p:spPr/>
        <p:txBody>
          <a:bodyPr/>
          <a:lstStyle/>
          <a:p>
            <a:endParaRPr lang="en-US"/>
          </a:p>
        </p:txBody>
      </p:sp>
      <p:grpSp>
        <p:nvGrpSpPr>
          <p:cNvPr id="17" name="Group 16">
            <a:extLst>
              <a:ext uri="{FF2B5EF4-FFF2-40B4-BE49-F238E27FC236}">
                <a16:creationId xmlns:a16="http://schemas.microsoft.com/office/drawing/2014/main" id="{76AB70BA-9E4F-6A93-2EBA-1F4B32268732}"/>
              </a:ext>
            </a:extLst>
          </p:cNvPr>
          <p:cNvGrpSpPr/>
          <p:nvPr/>
        </p:nvGrpSpPr>
        <p:grpSpPr>
          <a:xfrm flipH="1">
            <a:off x="6220113" y="3301472"/>
            <a:ext cx="5587658" cy="144735"/>
            <a:chOff x="380497" y="1888670"/>
            <a:chExt cx="5587658" cy="144735"/>
          </a:xfrm>
        </p:grpSpPr>
        <p:pic>
          <p:nvPicPr>
            <p:cNvPr id="18" name="Graphic 17">
              <a:extLst>
                <a:ext uri="{FF2B5EF4-FFF2-40B4-BE49-F238E27FC236}">
                  <a16:creationId xmlns:a16="http://schemas.microsoft.com/office/drawing/2014/main" id="{4B76CF40-B31F-1363-2FFA-2D3EE811D14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19" name="Straight Connector 18">
              <a:extLst>
                <a:ext uri="{FF2B5EF4-FFF2-40B4-BE49-F238E27FC236}">
                  <a16:creationId xmlns:a16="http://schemas.microsoft.com/office/drawing/2014/main" id="{E0147272-E7E6-58AE-40CC-A9072E62C8DC}"/>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CAE4924B-9E7C-BD82-2799-50F759B79EA5}"/>
              </a:ext>
            </a:extLst>
          </p:cNvPr>
          <p:cNvGrpSpPr/>
          <p:nvPr/>
        </p:nvGrpSpPr>
        <p:grpSpPr>
          <a:xfrm flipH="1">
            <a:off x="6220113" y="2599550"/>
            <a:ext cx="5587658" cy="144735"/>
            <a:chOff x="380497" y="1888670"/>
            <a:chExt cx="5587658" cy="144735"/>
          </a:xfrm>
        </p:grpSpPr>
        <p:pic>
          <p:nvPicPr>
            <p:cNvPr id="22" name="Graphic 21">
              <a:extLst>
                <a:ext uri="{FF2B5EF4-FFF2-40B4-BE49-F238E27FC236}">
                  <a16:creationId xmlns:a16="http://schemas.microsoft.com/office/drawing/2014/main" id="{17EFB4BA-A4BA-2219-C897-A1E757A0A82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23" name="Straight Connector 22">
              <a:extLst>
                <a:ext uri="{FF2B5EF4-FFF2-40B4-BE49-F238E27FC236}">
                  <a16:creationId xmlns:a16="http://schemas.microsoft.com/office/drawing/2014/main" id="{CD53FB61-0B66-61C5-1903-7FE9AE4CB19A}"/>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E950B9C0-A6B9-A324-4F54-B3B0B4C62CC1}"/>
              </a:ext>
            </a:extLst>
          </p:cNvPr>
          <p:cNvGrpSpPr/>
          <p:nvPr/>
        </p:nvGrpSpPr>
        <p:grpSpPr>
          <a:xfrm flipH="1">
            <a:off x="6220113" y="1897628"/>
            <a:ext cx="5587658" cy="144735"/>
            <a:chOff x="380497" y="1888670"/>
            <a:chExt cx="5587658" cy="144735"/>
          </a:xfrm>
        </p:grpSpPr>
        <p:pic>
          <p:nvPicPr>
            <p:cNvPr id="48" name="Graphic 47">
              <a:extLst>
                <a:ext uri="{FF2B5EF4-FFF2-40B4-BE49-F238E27FC236}">
                  <a16:creationId xmlns:a16="http://schemas.microsoft.com/office/drawing/2014/main" id="{92951472-F168-648E-BA7A-28C4D87E098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49" name="Straight Connector 48">
              <a:extLst>
                <a:ext uri="{FF2B5EF4-FFF2-40B4-BE49-F238E27FC236}">
                  <a16:creationId xmlns:a16="http://schemas.microsoft.com/office/drawing/2014/main" id="{EF36BB8C-036E-888F-7B90-F108659174C8}"/>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297D6460-C672-CD84-C822-204BEF7230D6}"/>
              </a:ext>
            </a:extLst>
          </p:cNvPr>
          <p:cNvGrpSpPr/>
          <p:nvPr/>
        </p:nvGrpSpPr>
        <p:grpSpPr>
          <a:xfrm flipH="1">
            <a:off x="6220113" y="1195706"/>
            <a:ext cx="5587658" cy="144735"/>
            <a:chOff x="380497" y="1888670"/>
            <a:chExt cx="5587658" cy="144735"/>
          </a:xfrm>
        </p:grpSpPr>
        <p:pic>
          <p:nvPicPr>
            <p:cNvPr id="51" name="Graphic 50">
              <a:extLst>
                <a:ext uri="{FF2B5EF4-FFF2-40B4-BE49-F238E27FC236}">
                  <a16:creationId xmlns:a16="http://schemas.microsoft.com/office/drawing/2014/main" id="{C34A2ACF-D4F4-3772-F6AB-34ADA60ADEB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0497" y="1888670"/>
              <a:ext cx="217103" cy="144735"/>
            </a:xfrm>
            <a:prstGeom prst="rect">
              <a:avLst/>
            </a:prstGeom>
          </p:spPr>
        </p:pic>
        <p:cxnSp>
          <p:nvCxnSpPr>
            <p:cNvPr id="52" name="Straight Connector 51">
              <a:extLst>
                <a:ext uri="{FF2B5EF4-FFF2-40B4-BE49-F238E27FC236}">
                  <a16:creationId xmlns:a16="http://schemas.microsoft.com/office/drawing/2014/main" id="{1059B234-BA93-4FA5-3682-4ADA1BE2FE60}"/>
                </a:ext>
              </a:extLst>
            </p:cNvPr>
            <p:cNvCxnSpPr>
              <a:cxnSpLocks/>
            </p:cNvCxnSpPr>
            <p:nvPr userDrawn="1"/>
          </p:nvCxnSpPr>
          <p:spPr>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4" name="Group 53">
            <a:extLst>
              <a:ext uri="{FF2B5EF4-FFF2-40B4-BE49-F238E27FC236}">
                <a16:creationId xmlns:a16="http://schemas.microsoft.com/office/drawing/2014/main" id="{5CC44DAE-0558-A78A-88E8-D5E392FF7A0A}"/>
              </a:ext>
            </a:extLst>
          </p:cNvPr>
          <p:cNvGrpSpPr/>
          <p:nvPr/>
        </p:nvGrpSpPr>
        <p:grpSpPr bwMode="black">
          <a:xfrm flipH="1">
            <a:off x="6220113" y="493784"/>
            <a:ext cx="5587658" cy="144735"/>
            <a:chOff x="380497" y="1888670"/>
            <a:chExt cx="5587658" cy="144735"/>
          </a:xfrm>
        </p:grpSpPr>
        <p:pic>
          <p:nvPicPr>
            <p:cNvPr id="55" name="Graphic 54">
              <a:extLst>
                <a:ext uri="{FF2B5EF4-FFF2-40B4-BE49-F238E27FC236}">
                  <a16:creationId xmlns:a16="http://schemas.microsoft.com/office/drawing/2014/main" id="{D2CD4EFB-85EA-F5EC-A2F6-92B1CE1526D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380497" y="1888670"/>
              <a:ext cx="217103" cy="144735"/>
            </a:xfrm>
            <a:prstGeom prst="rect">
              <a:avLst/>
            </a:prstGeom>
          </p:spPr>
        </p:pic>
        <p:cxnSp>
          <p:nvCxnSpPr>
            <p:cNvPr id="56" name="Straight Connector 55">
              <a:extLst>
                <a:ext uri="{FF2B5EF4-FFF2-40B4-BE49-F238E27FC236}">
                  <a16:creationId xmlns:a16="http://schemas.microsoft.com/office/drawing/2014/main" id="{205F5F80-8856-7529-9FA1-9245E4F9F584}"/>
                </a:ext>
              </a:extLst>
            </p:cNvPr>
            <p:cNvCxnSpPr>
              <a:cxnSpLocks/>
            </p:cNvCxnSpPr>
            <p:nvPr userDrawn="1"/>
          </p:nvCxnSpPr>
          <p:spPr bwMode="black">
            <a:xfrm>
              <a:off x="380497" y="1904852"/>
              <a:ext cx="5587658" cy="0"/>
            </a:xfrm>
            <a:prstGeom prst="line">
              <a:avLst/>
            </a:prstGeom>
            <a:solidFill>
              <a:schemeClr val="tx1"/>
            </a:solidFill>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 Placeholder 1">
            <a:extLst>
              <a:ext uri="{FF2B5EF4-FFF2-40B4-BE49-F238E27FC236}">
                <a16:creationId xmlns:a16="http://schemas.microsoft.com/office/drawing/2014/main" id="{0545304D-3D45-F9CB-E4F2-E239E2EE178E}"/>
              </a:ext>
            </a:extLst>
          </p:cNvPr>
          <p:cNvSpPr txBox="1">
            <a:spLocks/>
          </p:cNvSpPr>
          <p:nvPr/>
        </p:nvSpPr>
        <p:spPr>
          <a:xfrm>
            <a:off x="335293" y="886353"/>
            <a:ext cx="7501448" cy="359586"/>
          </a:xfrm>
          <a:prstGeom prst="rect">
            <a:avLst/>
          </a:prstGeom>
        </p:spPr>
        <p:txBody>
          <a:bodyPr vert="horz" wrap="square" lIns="91440" tIns="45720" rIns="91440" bIns="45720" rtlCol="0" anchor="t" anchorCtr="0">
            <a:spAutoFit/>
          </a:bodyPr>
          <a:lstStyle>
            <a:lvl1pPr marL="0" indent="0" algn="l" defTabSz="685800" rtl="0" eaLnBrk="1" latinLnBrk="0" hangingPunct="1">
              <a:lnSpc>
                <a:spcPct val="114000"/>
              </a:lnSpc>
              <a:spcBef>
                <a:spcPts val="1200"/>
              </a:spcBef>
              <a:buClr>
                <a:schemeClr val="accent2"/>
              </a:buClr>
              <a:buFontTx/>
              <a:buNone/>
              <a:tabLst/>
              <a:defRPr sz="1800" kern="1200">
                <a:solidFill>
                  <a:schemeClr val="tx2"/>
                </a:solidFill>
                <a:latin typeface="+mn-lt"/>
                <a:ea typeface="+mn-ea"/>
                <a:cs typeface="+mn-cs"/>
              </a:defRPr>
            </a:lvl1pPr>
            <a:lvl2pPr marL="460375" indent="-171450" algn="l" defTabSz="685800" rtl="0" eaLnBrk="1" latinLnBrk="0" hangingPunct="1">
              <a:lnSpc>
                <a:spcPct val="114000"/>
              </a:lnSpc>
              <a:spcBef>
                <a:spcPts val="600"/>
              </a:spcBef>
              <a:buClr>
                <a:schemeClr val="accent2"/>
              </a:buClr>
              <a:buFont typeface="System Font Regular"/>
              <a:buChar char="–"/>
              <a:tabLst/>
              <a:defRPr sz="1500" kern="1200">
                <a:solidFill>
                  <a:schemeClr val="tx2"/>
                </a:solidFill>
                <a:latin typeface="+mn-lt"/>
                <a:ea typeface="+mn-ea"/>
                <a:cs typeface="+mn-cs"/>
              </a:defRPr>
            </a:lvl2pPr>
            <a:lvl3pPr marL="685800" indent="-169863" algn="l" defTabSz="685800" rtl="0" eaLnBrk="1" latinLnBrk="0" hangingPunct="1">
              <a:lnSpc>
                <a:spcPct val="114000"/>
              </a:lnSpc>
              <a:spcBef>
                <a:spcPts val="600"/>
              </a:spcBef>
              <a:buClr>
                <a:schemeClr val="accent2"/>
              </a:buClr>
              <a:buFont typeface="System Font Regular"/>
              <a:buChar char="–"/>
              <a:tabLst/>
              <a:defRPr sz="1400" kern="1200">
                <a:solidFill>
                  <a:schemeClr val="tx2"/>
                </a:solidFill>
                <a:latin typeface="+mn-lt"/>
                <a:ea typeface="+mn-ea"/>
                <a:cs typeface="+mn-cs"/>
              </a:defRPr>
            </a:lvl3pPr>
            <a:lvl4pPr marL="862013" indent="-176213" algn="l" defTabSz="685800" rtl="0" eaLnBrk="1" latinLnBrk="0" hangingPunct="1">
              <a:lnSpc>
                <a:spcPct val="114000"/>
              </a:lnSpc>
              <a:spcBef>
                <a:spcPts val="0"/>
              </a:spcBef>
              <a:buClr>
                <a:schemeClr val="accent2"/>
              </a:buClr>
              <a:buFont typeface="System Font Regular"/>
              <a:buChar char="–"/>
              <a:tabLst/>
              <a:defRPr sz="1300" kern="1200">
                <a:solidFill>
                  <a:schemeClr val="tx2"/>
                </a:solidFill>
                <a:latin typeface="+mn-lt"/>
                <a:ea typeface="+mn-ea"/>
                <a:cs typeface="+mn-cs"/>
              </a:defRPr>
            </a:lvl4pPr>
            <a:lvl5pPr marL="1031875" indent="-169863" algn="l" defTabSz="685800" rtl="0" eaLnBrk="1" latinLnBrk="0" hangingPunct="1">
              <a:lnSpc>
                <a:spcPct val="114000"/>
              </a:lnSpc>
              <a:spcBef>
                <a:spcPts val="0"/>
              </a:spcBef>
              <a:buClr>
                <a:schemeClr val="accent2"/>
              </a:buClr>
              <a:buFont typeface="System Font Regular"/>
              <a:buChar char="–"/>
              <a:tabLst/>
              <a:defRPr sz="13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13999"/>
              </a:lnSpc>
              <a:defRPr/>
            </a:pPr>
            <a:r>
              <a:rPr lang="en-US" sz="1600">
                <a:solidFill>
                  <a:srgbClr val="C00000"/>
                </a:solidFill>
                <a:latin typeface="Calibri" panose="020F0502020204030204"/>
              </a:rPr>
              <a:t>&lt;Model Name&gt;</a:t>
            </a:r>
            <a:endParaRPr lang="en-US"/>
          </a:p>
        </p:txBody>
      </p:sp>
      <p:sp>
        <p:nvSpPr>
          <p:cNvPr id="26" name="TextBox 25">
            <a:extLst>
              <a:ext uri="{FF2B5EF4-FFF2-40B4-BE49-F238E27FC236}">
                <a16:creationId xmlns:a16="http://schemas.microsoft.com/office/drawing/2014/main" id="{186CF047-48B4-90D4-C11E-51B680385D9E}"/>
              </a:ext>
            </a:extLst>
          </p:cNvPr>
          <p:cNvSpPr txBox="1"/>
          <p:nvPr/>
        </p:nvSpPr>
        <p:spPr>
          <a:xfrm>
            <a:off x="6361980" y="523483"/>
            <a:ext cx="6282187" cy="954107"/>
          </a:xfrm>
          <a:prstGeom prst="rect">
            <a:avLst/>
          </a:prstGeom>
          <a:noFill/>
        </p:spPr>
        <p:txBody>
          <a:bodyPr wrap="square">
            <a:spAutoFit/>
          </a:bodyPr>
          <a:lstStyle/>
          <a:p>
            <a:r>
              <a:rPr lang="en-US" sz="1400" b="1">
                <a:latin typeface="+mj-lt"/>
              </a:rPr>
              <a:t>01 </a:t>
            </a:r>
            <a:r>
              <a:rPr lang="en-US" sz="1400" b="1"/>
              <a:t>Model Business Case</a:t>
            </a:r>
          </a:p>
          <a:p>
            <a:pPr marL="742950" lvl="1" indent="-285750">
              <a:buFont typeface="Courier New" panose="02070309020205020404" pitchFamily="49" charset="0"/>
              <a:buChar char="o"/>
            </a:pPr>
            <a:r>
              <a:rPr lang="en-US" sz="1400"/>
              <a:t>Model Use Case</a:t>
            </a:r>
          </a:p>
          <a:p>
            <a:pPr marL="742950" lvl="1" indent="-285750">
              <a:buFont typeface="Courier New" panose="02070309020205020404" pitchFamily="49" charset="0"/>
              <a:buChar char="o"/>
            </a:pPr>
            <a:r>
              <a:rPr lang="en-US" sz="1400"/>
              <a:t>Product Use Case</a:t>
            </a:r>
          </a:p>
          <a:p>
            <a:pPr marL="742950" lvl="1" indent="-285750">
              <a:buFont typeface="Courier New" panose="02070309020205020404" pitchFamily="49" charset="0"/>
              <a:buChar char="o"/>
            </a:pPr>
            <a:endParaRPr lang="en-US" sz="1400"/>
          </a:p>
        </p:txBody>
      </p:sp>
      <p:sp>
        <p:nvSpPr>
          <p:cNvPr id="28" name="TextBox 27">
            <a:extLst>
              <a:ext uri="{FF2B5EF4-FFF2-40B4-BE49-F238E27FC236}">
                <a16:creationId xmlns:a16="http://schemas.microsoft.com/office/drawing/2014/main" id="{4F2B5326-242F-5F8B-FCB1-388641B6D149}"/>
              </a:ext>
            </a:extLst>
          </p:cNvPr>
          <p:cNvSpPr txBox="1"/>
          <p:nvPr/>
        </p:nvSpPr>
        <p:spPr>
          <a:xfrm>
            <a:off x="6435305" y="1000537"/>
            <a:ext cx="6323162" cy="954107"/>
          </a:xfrm>
          <a:prstGeom prst="rect">
            <a:avLst/>
          </a:prstGeom>
          <a:noFill/>
        </p:spPr>
        <p:txBody>
          <a:bodyPr wrap="square">
            <a:spAutoFit/>
          </a:bodyPr>
          <a:lstStyle/>
          <a:p>
            <a:endParaRPr lang="en-US" sz="1400"/>
          </a:p>
          <a:p>
            <a:r>
              <a:rPr lang="en-US" sz="1400" b="1">
                <a:latin typeface="+mj-lt"/>
              </a:rPr>
              <a:t>02 </a:t>
            </a:r>
            <a:r>
              <a:rPr lang="en-US" sz="1400" b="1"/>
              <a:t>Model Data Preparation</a:t>
            </a:r>
          </a:p>
          <a:p>
            <a:pPr marL="742950" lvl="1" indent="-285750">
              <a:buFont typeface="Courier New" panose="02070309020205020404" pitchFamily="49" charset="0"/>
              <a:buChar char="o"/>
            </a:pPr>
            <a:r>
              <a:rPr lang="en-US" sz="1400"/>
              <a:t>Model Data Sources (Input)</a:t>
            </a:r>
          </a:p>
          <a:p>
            <a:pPr marL="742950" lvl="1" indent="-285750">
              <a:buFont typeface="Courier New" panose="02070309020205020404" pitchFamily="49" charset="0"/>
              <a:buChar char="o"/>
            </a:pPr>
            <a:r>
              <a:rPr lang="en-US" sz="1400"/>
              <a:t>Model Data Elements</a:t>
            </a:r>
          </a:p>
        </p:txBody>
      </p:sp>
      <p:sp>
        <p:nvSpPr>
          <p:cNvPr id="30" name="TextBox 29">
            <a:extLst>
              <a:ext uri="{FF2B5EF4-FFF2-40B4-BE49-F238E27FC236}">
                <a16:creationId xmlns:a16="http://schemas.microsoft.com/office/drawing/2014/main" id="{6AB1E764-B960-2810-A371-B38CD41894C9}"/>
              </a:ext>
            </a:extLst>
          </p:cNvPr>
          <p:cNvSpPr txBox="1"/>
          <p:nvPr/>
        </p:nvSpPr>
        <p:spPr>
          <a:xfrm>
            <a:off x="6361980" y="1931065"/>
            <a:ext cx="6379234" cy="738664"/>
          </a:xfrm>
          <a:prstGeom prst="rect">
            <a:avLst/>
          </a:prstGeom>
          <a:noFill/>
        </p:spPr>
        <p:txBody>
          <a:bodyPr wrap="square">
            <a:spAutoFit/>
          </a:bodyPr>
          <a:lstStyle/>
          <a:p>
            <a:r>
              <a:rPr lang="en-US" sz="1400" b="1">
                <a:latin typeface="+mj-lt"/>
              </a:rPr>
              <a:t>   03 </a:t>
            </a:r>
            <a:r>
              <a:rPr lang="en-US" sz="1400" b="1"/>
              <a:t>Model Development</a:t>
            </a:r>
          </a:p>
          <a:p>
            <a:pPr marL="742950" lvl="1" indent="-285750">
              <a:buFont typeface="Courier New" panose="02070309020205020404" pitchFamily="49" charset="0"/>
              <a:buChar char="o"/>
            </a:pPr>
            <a:r>
              <a:rPr lang="en-US" sz="1400"/>
              <a:t>Model Framework</a:t>
            </a:r>
          </a:p>
          <a:p>
            <a:pPr marL="742950" lvl="1" indent="-285750">
              <a:buFont typeface="Courier New" panose="02070309020205020404" pitchFamily="49" charset="0"/>
              <a:buChar char="o"/>
            </a:pPr>
            <a:r>
              <a:rPr lang="en-US" sz="1400"/>
              <a:t>Model Outputs</a:t>
            </a:r>
          </a:p>
        </p:txBody>
      </p:sp>
      <p:sp>
        <p:nvSpPr>
          <p:cNvPr id="32" name="TextBox 31">
            <a:extLst>
              <a:ext uri="{FF2B5EF4-FFF2-40B4-BE49-F238E27FC236}">
                <a16:creationId xmlns:a16="http://schemas.microsoft.com/office/drawing/2014/main" id="{08F177F5-6361-A692-389B-1BA2FF86A5DC}"/>
              </a:ext>
            </a:extLst>
          </p:cNvPr>
          <p:cNvSpPr txBox="1"/>
          <p:nvPr/>
        </p:nvSpPr>
        <p:spPr>
          <a:xfrm>
            <a:off x="6194233" y="2643687"/>
            <a:ext cx="6379234" cy="738664"/>
          </a:xfrm>
          <a:prstGeom prst="rect">
            <a:avLst/>
          </a:prstGeom>
          <a:noFill/>
        </p:spPr>
        <p:txBody>
          <a:bodyPr wrap="square">
            <a:spAutoFit/>
          </a:bodyPr>
          <a:lstStyle/>
          <a:p>
            <a:r>
              <a:rPr lang="en-US" sz="1400" b="1">
                <a:latin typeface="+mj-lt"/>
              </a:rPr>
              <a:t>       04 </a:t>
            </a:r>
            <a:r>
              <a:rPr lang="en-US" sz="1400" b="1"/>
              <a:t>Model Validation</a:t>
            </a:r>
            <a:endParaRPr lang="en-US" sz="1400"/>
          </a:p>
          <a:p>
            <a:pPr marL="742950" lvl="1" indent="-285750">
              <a:buFont typeface="Courier New" panose="02070309020205020404" pitchFamily="49" charset="0"/>
              <a:buChar char="o"/>
            </a:pPr>
            <a:r>
              <a:rPr lang="en-US" sz="1400"/>
              <a:t>Model Performance &amp; Validation</a:t>
            </a:r>
          </a:p>
          <a:p>
            <a:pPr marL="742950" lvl="1" indent="-285750">
              <a:buFont typeface="Courier New" panose="02070309020205020404" pitchFamily="49" charset="0"/>
              <a:buChar char="o"/>
            </a:pPr>
            <a:r>
              <a:rPr lang="en-US" sz="1400"/>
              <a:t>Model Surveillance</a:t>
            </a:r>
          </a:p>
        </p:txBody>
      </p:sp>
    </p:spTree>
    <p:custDataLst>
      <p:tags r:id="rId1"/>
    </p:custDataLst>
    <p:extLst>
      <p:ext uri="{BB962C8B-B14F-4D97-AF65-F5344CB8AC3E}">
        <p14:creationId xmlns:p14="http://schemas.microsoft.com/office/powerpoint/2010/main" val="389378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ction number">
            <a:extLst>
              <a:ext uri="{FF2B5EF4-FFF2-40B4-BE49-F238E27FC236}">
                <a16:creationId xmlns:a16="http://schemas.microsoft.com/office/drawing/2014/main" id="{9A4E8D51-E431-5E4B-47A2-138545D8F233}"/>
              </a:ext>
            </a:extLst>
          </p:cNvPr>
          <p:cNvSpPr>
            <a:spLocks noGrp="1"/>
          </p:cNvSpPr>
          <p:nvPr>
            <p:ph type="body" sz="quarter" idx="13"/>
          </p:nvPr>
        </p:nvSpPr>
        <p:spPr/>
        <p:txBody>
          <a:bodyPr/>
          <a:lstStyle/>
          <a:p>
            <a:r>
              <a:rPr lang="en-US">
                <a:solidFill>
                  <a:schemeClr val="tx1"/>
                </a:solidFill>
              </a:rPr>
              <a:t>01</a:t>
            </a:r>
          </a:p>
        </p:txBody>
      </p:sp>
      <p:sp>
        <p:nvSpPr>
          <p:cNvPr id="2" name="Title">
            <a:extLst>
              <a:ext uri="{FF2B5EF4-FFF2-40B4-BE49-F238E27FC236}">
                <a16:creationId xmlns:a16="http://schemas.microsoft.com/office/drawing/2014/main" id="{E718B135-E6DE-A85C-47D6-7060649B34BE}"/>
              </a:ext>
            </a:extLst>
          </p:cNvPr>
          <p:cNvSpPr>
            <a:spLocks noGrp="1"/>
          </p:cNvSpPr>
          <p:nvPr>
            <p:ph type="title"/>
          </p:nvPr>
        </p:nvSpPr>
        <p:spPr/>
        <p:txBody>
          <a:bodyPr/>
          <a:lstStyle/>
          <a:p>
            <a:r>
              <a:rPr lang="en-US" sz="5400">
                <a:solidFill>
                  <a:schemeClr val="tx1"/>
                </a:solidFill>
              </a:rPr>
              <a:t>Model Business Case</a:t>
            </a:r>
            <a:endParaRPr lang="en-US">
              <a:solidFill>
                <a:schemeClr val="tx1"/>
              </a:solidFill>
            </a:endParaRPr>
          </a:p>
        </p:txBody>
      </p:sp>
      <p:sp>
        <p:nvSpPr>
          <p:cNvPr id="3" name="Secondary header">
            <a:extLst>
              <a:ext uri="{FF2B5EF4-FFF2-40B4-BE49-F238E27FC236}">
                <a16:creationId xmlns:a16="http://schemas.microsoft.com/office/drawing/2014/main" id="{719D0343-259A-AB69-23BE-DFEE732894FF}"/>
              </a:ext>
            </a:extLst>
          </p:cNvPr>
          <p:cNvSpPr>
            <a:spLocks noGrp="1"/>
          </p:cNvSpPr>
          <p:nvPr>
            <p:ph type="body" idx="1"/>
          </p:nvPr>
        </p:nvSpPr>
        <p:spPr/>
        <p:txBody>
          <a:bodyPr/>
          <a:lstStyle/>
          <a:p>
            <a:pPr algn="ctr"/>
            <a:r>
              <a:rPr lang="en-US" sz="2400" err="1">
                <a:solidFill>
                  <a:schemeClr val="tx1"/>
                </a:solidFill>
                <a:latin typeface="Calibri" panose="020F0502020204030204"/>
              </a:rPr>
              <a:t>CrimeRisk</a:t>
            </a:r>
            <a:endParaRPr lang="en-US">
              <a:solidFill>
                <a:schemeClr val="tx1"/>
              </a:solidFill>
            </a:endParaRPr>
          </a:p>
        </p:txBody>
      </p:sp>
      <p:sp>
        <p:nvSpPr>
          <p:cNvPr id="5" name="Footer Placeholder 4">
            <a:extLst>
              <a:ext uri="{FF2B5EF4-FFF2-40B4-BE49-F238E27FC236}">
                <a16:creationId xmlns:a16="http://schemas.microsoft.com/office/drawing/2014/main" id="{01B8FB38-AD6C-26D3-5DF3-C21A44240406}"/>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AF93A538-9A80-D4B0-C356-0AF8026D4D94}"/>
              </a:ext>
            </a:extLst>
          </p:cNvPr>
          <p:cNvSpPr>
            <a:spLocks noGrp="1"/>
          </p:cNvSpPr>
          <p:nvPr>
            <p:ph type="sldNum" sz="quarter" idx="12"/>
          </p:nvPr>
        </p:nvSpPr>
        <p:spPr/>
        <p:txBody>
          <a:bodyPr/>
          <a:lstStyle/>
          <a:p>
            <a:fld id="{CEECFCA9-F77F-4627-B4FF-32A2978341AA}" type="slidenum">
              <a:rPr lang="en-US" smtClean="0"/>
              <a:pPr/>
              <a:t>3</a:t>
            </a:fld>
            <a:endParaRPr lang="en-US"/>
          </a:p>
        </p:txBody>
      </p:sp>
    </p:spTree>
    <p:extLst>
      <p:ext uri="{BB962C8B-B14F-4D97-AF65-F5344CB8AC3E}">
        <p14:creationId xmlns:p14="http://schemas.microsoft.com/office/powerpoint/2010/main" val="123553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9820-692F-1A12-5AD9-7A064EDAC63E}"/>
              </a:ext>
            </a:extLst>
          </p:cNvPr>
          <p:cNvSpPr>
            <a:spLocks noGrp="1"/>
          </p:cNvSpPr>
          <p:nvPr>
            <p:ph type="title"/>
          </p:nvPr>
        </p:nvSpPr>
        <p:spPr>
          <a:xfrm>
            <a:off x="380497" y="339211"/>
            <a:ext cx="11427274" cy="1325563"/>
          </a:xfrm>
        </p:spPr>
        <p:txBody>
          <a:bodyPr/>
          <a:lstStyle/>
          <a:p>
            <a:r>
              <a:rPr lang="en-US"/>
              <a:t>Model Business Case</a:t>
            </a:r>
          </a:p>
        </p:txBody>
      </p:sp>
      <p:sp>
        <p:nvSpPr>
          <p:cNvPr id="4" name="Footer Placeholder 3">
            <a:extLst>
              <a:ext uri="{FF2B5EF4-FFF2-40B4-BE49-F238E27FC236}">
                <a16:creationId xmlns:a16="http://schemas.microsoft.com/office/drawing/2014/main" id="{67B3A590-1F55-BFC3-9C8F-C5B7A22AA0B7}"/>
              </a:ext>
            </a:extLst>
          </p:cNvPr>
          <p:cNvSpPr>
            <a:spLocks noGrp="1"/>
          </p:cNvSpPr>
          <p:nvPr>
            <p:ph type="ftr" sz="quarter" idx="11"/>
          </p:nvPr>
        </p:nvSpPr>
        <p:spPr>
          <a:xfrm>
            <a:off x="9475723" y="6485669"/>
            <a:ext cx="1928836" cy="227696"/>
          </a:xfrm>
        </p:spPr>
        <p:txBody>
          <a:bodyPr/>
          <a:lstStyle/>
          <a:p>
            <a:r>
              <a:rPr lang="en-US"/>
              <a:t>© 2025 CoreLogic, Inc.</a:t>
            </a:r>
          </a:p>
        </p:txBody>
      </p:sp>
      <p:sp>
        <p:nvSpPr>
          <p:cNvPr id="5" name="Slide Number Placeholder 4">
            <a:extLst>
              <a:ext uri="{FF2B5EF4-FFF2-40B4-BE49-F238E27FC236}">
                <a16:creationId xmlns:a16="http://schemas.microsoft.com/office/drawing/2014/main" id="{E441FF75-9D41-AEF3-9619-B50B868D0438}"/>
              </a:ext>
            </a:extLst>
          </p:cNvPr>
          <p:cNvSpPr>
            <a:spLocks noGrp="1"/>
          </p:cNvSpPr>
          <p:nvPr>
            <p:ph type="sldNum" sz="quarter" idx="12"/>
          </p:nvPr>
        </p:nvSpPr>
        <p:spPr>
          <a:xfrm>
            <a:off x="11542239" y="6485669"/>
            <a:ext cx="282363" cy="227696"/>
          </a:xfrm>
        </p:spPr>
        <p:txBody>
          <a:bodyPr/>
          <a:lstStyle/>
          <a:p>
            <a:fld id="{CEECFCA9-F77F-4627-B4FF-32A2978341AA}" type="slidenum">
              <a:rPr lang="en-US" smtClean="0"/>
              <a:pPr/>
              <a:t>4</a:t>
            </a:fld>
            <a:endParaRPr lang="en-US"/>
          </a:p>
        </p:txBody>
      </p:sp>
      <p:sp>
        <p:nvSpPr>
          <p:cNvPr id="3" name="Text Placeholder 1">
            <a:extLst>
              <a:ext uri="{FF2B5EF4-FFF2-40B4-BE49-F238E27FC236}">
                <a16:creationId xmlns:a16="http://schemas.microsoft.com/office/drawing/2014/main" id="{A7800007-5F7E-8745-E030-84D4893EE7AC}"/>
              </a:ext>
            </a:extLst>
          </p:cNvPr>
          <p:cNvSpPr txBox="1">
            <a:spLocks/>
          </p:cNvSpPr>
          <p:nvPr/>
        </p:nvSpPr>
        <p:spPr>
          <a:xfrm>
            <a:off x="198809" y="1140129"/>
            <a:ext cx="7501448" cy="357021"/>
          </a:xfrm>
          <a:prstGeom prst="rect">
            <a:avLst/>
          </a:prstGeom>
        </p:spPr>
        <p:txBody>
          <a:bodyPr vert="horz" wrap="square" lIns="91440" tIns="45720" rIns="91440" bIns="45720" rtlCol="0" anchor="t" anchorCtr="0">
            <a:spAutoFit/>
          </a:bodyPr>
          <a:lstStyle>
            <a:defPPr>
              <a:defRPr lang="en-US"/>
            </a:defPPr>
            <a:lvl1pPr marR="0" lvl="0" indent="0" defTabSz="685800" fontAlgn="auto">
              <a:lnSpc>
                <a:spcPct val="114000"/>
              </a:lnSpc>
              <a:spcBef>
                <a:spcPts val="1200"/>
              </a:spcBef>
              <a:spcAft>
                <a:spcPts val="0"/>
              </a:spcAft>
              <a:buClr>
                <a:srgbClr val="0D395D"/>
              </a:buClr>
              <a:buSzTx/>
              <a:buFontTx/>
              <a:buNone/>
              <a:tabLst/>
              <a:defRPr kumimoji="0" sz="1600" b="0" i="0" u="none" strike="noStrike" cap="none" spc="0" normalizeH="0" baseline="0">
                <a:ln>
                  <a:noFill/>
                </a:ln>
                <a:solidFill>
                  <a:srgbClr val="C00000"/>
                </a:solidFill>
                <a:effectLst/>
                <a:uLnTx/>
                <a:uFillTx/>
                <a:latin typeface="Calibri" panose="020F0502020204030204"/>
              </a:defRPr>
            </a:lvl1pPr>
            <a:lvl2pPr marL="460375" indent="-171450" defTabSz="685800">
              <a:lnSpc>
                <a:spcPct val="114000"/>
              </a:lnSpc>
              <a:spcBef>
                <a:spcPts val="600"/>
              </a:spcBef>
              <a:buClr>
                <a:schemeClr val="accent2"/>
              </a:buClr>
              <a:buFont typeface="System Font Regular"/>
              <a:buChar char="–"/>
              <a:tabLst/>
              <a:defRPr sz="1500">
                <a:solidFill>
                  <a:schemeClr val="tx2"/>
                </a:solidFill>
              </a:defRPr>
            </a:lvl2pPr>
            <a:lvl3pPr marL="685800" indent="-169863" defTabSz="685800">
              <a:lnSpc>
                <a:spcPct val="114000"/>
              </a:lnSpc>
              <a:spcBef>
                <a:spcPts val="600"/>
              </a:spcBef>
              <a:buClr>
                <a:schemeClr val="accent2"/>
              </a:buClr>
              <a:buFont typeface="System Font Regular"/>
              <a:buChar char="–"/>
              <a:tabLst/>
              <a:defRPr sz="1400">
                <a:solidFill>
                  <a:schemeClr val="tx2"/>
                </a:solidFill>
              </a:defRPr>
            </a:lvl3pPr>
            <a:lvl4pPr marL="862013" indent="-176213" defTabSz="685800">
              <a:lnSpc>
                <a:spcPct val="114000"/>
              </a:lnSpc>
              <a:spcBef>
                <a:spcPts val="0"/>
              </a:spcBef>
              <a:buClr>
                <a:schemeClr val="accent2"/>
              </a:buClr>
              <a:buFont typeface="System Font Regular"/>
              <a:buChar char="–"/>
              <a:tabLst/>
              <a:defRPr sz="1300">
                <a:solidFill>
                  <a:schemeClr val="tx2"/>
                </a:solidFill>
              </a:defRPr>
            </a:lvl4pPr>
            <a:lvl5pPr marL="1031875" indent="-169863" defTabSz="685800">
              <a:lnSpc>
                <a:spcPct val="114000"/>
              </a:lnSpc>
              <a:spcBef>
                <a:spcPts val="0"/>
              </a:spcBef>
              <a:buClr>
                <a:schemeClr val="accent2"/>
              </a:buClr>
              <a:buFont typeface="System Font Regular"/>
              <a:buChar char="–"/>
              <a:tabLst/>
              <a:defRPr sz="1300">
                <a:solidFill>
                  <a:schemeClr val="tx2"/>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a:lnSpc>
                <a:spcPct val="113999"/>
              </a:lnSpc>
            </a:pPr>
            <a:r>
              <a:rPr lang="en-US">
                <a:solidFill>
                  <a:schemeClr val="tx1"/>
                </a:solidFill>
              </a:rPr>
              <a:t>Crime Risk</a:t>
            </a:r>
          </a:p>
        </p:txBody>
      </p:sp>
      <p:sp>
        <p:nvSpPr>
          <p:cNvPr id="9" name="Content Placeholder 8">
            <a:extLst>
              <a:ext uri="{FF2B5EF4-FFF2-40B4-BE49-F238E27FC236}">
                <a16:creationId xmlns:a16="http://schemas.microsoft.com/office/drawing/2014/main" id="{02DD6967-B8D0-5BCE-08D7-AC7C94631D8A}"/>
              </a:ext>
            </a:extLst>
          </p:cNvPr>
          <p:cNvSpPr>
            <a:spLocks noGrp="1"/>
          </p:cNvSpPr>
          <p:nvPr>
            <p:ph idx="1"/>
          </p:nvPr>
        </p:nvSpPr>
        <p:spPr>
          <a:xfrm>
            <a:off x="380497" y="1964267"/>
            <a:ext cx="7618045" cy="4445000"/>
          </a:xfrm>
        </p:spPr>
        <p:txBody>
          <a:bodyPr>
            <a:normAutofit fontScale="92500" lnSpcReduction="20000"/>
          </a:bodyPr>
          <a:lstStyle/>
          <a:p>
            <a:pPr marL="285750" indent="-285750">
              <a:buFont typeface="Arial" panose="020B0604020202020204" pitchFamily="34" charset="0"/>
              <a:buChar char="•"/>
            </a:pPr>
            <a:r>
              <a:rPr lang="en-US" sz="1600" b="1"/>
              <a:t>Model Use Case</a:t>
            </a:r>
            <a:endParaRPr lang="en-US" sz="1400" b="1"/>
          </a:p>
          <a:p>
            <a:pPr marL="228600" lvl="2" indent="0">
              <a:buNone/>
            </a:pPr>
            <a:r>
              <a:rPr lang="en-US"/>
              <a:t>Establish crime risk at the Census Block Group, Block, and Address level for all U.S. locations</a:t>
            </a:r>
          </a:p>
          <a:p>
            <a:pPr marL="228600" lvl="2" indent="0">
              <a:buNone/>
            </a:pPr>
            <a:r>
              <a:rPr lang="en-US"/>
              <a:t>New Use Case: </a:t>
            </a:r>
          </a:p>
          <a:p>
            <a:pPr marL="1200150" lvl="2" indent="-285750">
              <a:buFont typeface="Arial" panose="020B0604020202020204" pitchFamily="34" charset="0"/>
              <a:buChar char="•"/>
            </a:pPr>
            <a:r>
              <a:rPr lang="en-US"/>
              <a:t>Existing uses have been carried-over since Location, Inc. acquisition in 2020</a:t>
            </a:r>
          </a:p>
          <a:p>
            <a:pPr marL="1200150" lvl="2" indent="-285750">
              <a:buFont typeface="Arial" panose="020B0604020202020204" pitchFamily="34" charset="0"/>
              <a:buChar char="•"/>
            </a:pPr>
            <a:r>
              <a:rPr lang="en-US"/>
              <a:t>This is the first MRC documentation of Crime Risk</a:t>
            </a:r>
          </a:p>
          <a:p>
            <a:pPr marL="285750" indent="-285750">
              <a:buFont typeface="Arial" panose="020B0604020202020204" pitchFamily="34" charset="0"/>
              <a:buChar char="•"/>
            </a:pPr>
            <a:r>
              <a:rPr lang="en-US" sz="1600" b="1"/>
              <a:t>Product Use Case</a:t>
            </a:r>
          </a:p>
          <a:p>
            <a:pPr marL="228600" lvl="2" indent="0">
              <a:buNone/>
            </a:pPr>
            <a:r>
              <a:rPr lang="en-US"/>
              <a:t>Crime Risk scores for insurance use :</a:t>
            </a:r>
          </a:p>
          <a:p>
            <a:pPr marL="1200150" lvl="2" indent="-285750">
              <a:buFont typeface="Arial" panose="020B0604020202020204" pitchFamily="34" charset="0"/>
              <a:buChar char="•"/>
            </a:pPr>
            <a:r>
              <a:rPr lang="en-US"/>
              <a:t>Crime risk scores help insurance companies evaluate the likelihood of insurance claims in specific areas, impacting premium pricing.</a:t>
            </a:r>
          </a:p>
          <a:p>
            <a:pPr marL="1200150" lvl="2" indent="-285750">
              <a:buFont typeface="Arial" panose="020B0604020202020204" pitchFamily="34" charset="0"/>
              <a:buChar char="•"/>
            </a:pPr>
            <a:r>
              <a:rPr lang="en-US"/>
              <a:t>via </a:t>
            </a:r>
            <a:r>
              <a:rPr lang="en-US" err="1"/>
              <a:t>RiskMeter</a:t>
            </a:r>
            <a:r>
              <a:rPr lang="en-US"/>
              <a:t> online reports and Spatial API</a:t>
            </a:r>
          </a:p>
          <a:p>
            <a:pPr marL="1200150" lvl="2" indent="-285750">
              <a:buFont typeface="Arial" panose="020B0604020202020204" pitchFamily="34" charset="0"/>
              <a:buChar char="•"/>
            </a:pPr>
            <a:r>
              <a:rPr lang="en-US"/>
              <a:t>Direct Product Revenue 2024: $ 5,704,716</a:t>
            </a:r>
          </a:p>
          <a:p>
            <a:pPr marL="228600" marR="0" lvl="2" indent="0" algn="l" defTabSz="914400" rtl="0" eaLnBrk="1" fontAlgn="auto" latinLnBrk="0" hangingPunct="1">
              <a:lnSpc>
                <a:spcPct val="113000"/>
              </a:lnSpc>
              <a:spcBef>
                <a:spcPts val="700"/>
              </a:spcBef>
              <a:spcAft>
                <a:spcPts val="0"/>
              </a:spcAft>
              <a:buClrTx/>
              <a:buSzTx/>
              <a:buFont typeface="Arial" panose="020B0604020202020204" pitchFamily="34" charset="0"/>
              <a:buNone/>
              <a:tabLst/>
              <a:defRPr/>
            </a:pPr>
            <a:r>
              <a:rPr kumimoji="0" lang="en-US" sz="1400" b="0" i="0" u="none" strike="noStrike" kern="1200" cap="none" spc="0" normalizeH="0" baseline="0" noProof="0" err="1">
                <a:ln>
                  <a:noFill/>
                </a:ln>
                <a:solidFill>
                  <a:srgbClr val="1E1405"/>
                </a:solidFill>
                <a:effectLst/>
                <a:uLnTx/>
                <a:uFillTx/>
                <a:latin typeface="TWK Everett"/>
                <a:ea typeface="+mn-ea"/>
                <a:cs typeface="+mn-cs"/>
              </a:rPr>
              <a:t>SecurityGauge</a:t>
            </a:r>
            <a:r>
              <a:rPr kumimoji="0" lang="en-US" sz="1400" b="0" i="0" u="none" strike="noStrike" kern="1200" cap="none" spc="0" normalizeH="0" baseline="0" noProof="0">
                <a:ln>
                  <a:noFill/>
                </a:ln>
                <a:solidFill>
                  <a:srgbClr val="1E1405"/>
                </a:solidFill>
                <a:effectLst/>
                <a:uLnTx/>
                <a:uFillTx/>
                <a:latin typeface="TWK Everett"/>
                <a:ea typeface="+mn-ea"/>
                <a:cs typeface="+mn-cs"/>
              </a:rPr>
              <a:t> and </a:t>
            </a:r>
            <a:r>
              <a:rPr kumimoji="0" lang="en-US" sz="1400" b="0" i="0" u="none" strike="noStrike" kern="1200" cap="none" spc="0" normalizeH="0" baseline="0" noProof="0" err="1">
                <a:ln>
                  <a:noFill/>
                </a:ln>
                <a:solidFill>
                  <a:srgbClr val="1E1405"/>
                </a:solidFill>
                <a:effectLst/>
                <a:uLnTx/>
                <a:uFillTx/>
                <a:latin typeface="TWK Everett"/>
                <a:ea typeface="+mn-ea"/>
                <a:cs typeface="+mn-cs"/>
              </a:rPr>
              <a:t>NeighorhoodScout</a:t>
            </a:r>
            <a:r>
              <a:rPr kumimoji="0" lang="en-US" sz="1400" b="0" i="0" u="none" strike="noStrike" kern="1200" cap="none" spc="0" normalizeH="0" baseline="0" noProof="0">
                <a:ln>
                  <a:noFill/>
                </a:ln>
                <a:solidFill>
                  <a:srgbClr val="1E1405"/>
                </a:solidFill>
                <a:effectLst/>
                <a:uLnTx/>
                <a:uFillTx/>
                <a:latin typeface="TWK Everett"/>
                <a:ea typeface="+mn-ea"/>
                <a:cs typeface="+mn-cs"/>
              </a:rPr>
              <a:t> crime analytics for non-insurance </a:t>
            </a:r>
            <a:r>
              <a:rPr lang="en-US">
                <a:solidFill>
                  <a:srgbClr val="1E1405"/>
                </a:solidFill>
                <a:latin typeface="TWK Everett"/>
              </a:rPr>
              <a:t>u</a:t>
            </a:r>
            <a:r>
              <a:rPr kumimoji="0" lang="en-US" sz="1400" b="0" i="0" u="none" strike="noStrike" kern="1200" cap="none" spc="0" normalizeH="0" baseline="0" noProof="0" err="1">
                <a:ln>
                  <a:noFill/>
                </a:ln>
                <a:solidFill>
                  <a:srgbClr val="1E1405"/>
                </a:solidFill>
                <a:effectLst/>
                <a:uLnTx/>
                <a:uFillTx/>
                <a:latin typeface="TWK Everett"/>
                <a:ea typeface="+mn-ea"/>
                <a:cs typeface="+mn-cs"/>
              </a:rPr>
              <a:t>ses</a:t>
            </a:r>
            <a:r>
              <a:rPr kumimoji="0" lang="en-US" sz="1400" b="0" i="0" u="none" strike="noStrike" kern="1200" cap="none" spc="0" normalizeH="0" baseline="0" noProof="0">
                <a:ln>
                  <a:noFill/>
                </a:ln>
                <a:solidFill>
                  <a:srgbClr val="1E1405"/>
                </a:solidFill>
                <a:effectLst/>
                <a:uLnTx/>
                <a:uFillTx/>
                <a:latin typeface="TWK Everett"/>
                <a:ea typeface="+mn-ea"/>
                <a:cs typeface="+mn-cs"/>
              </a:rPr>
              <a:t> :</a:t>
            </a:r>
          </a:p>
          <a:p>
            <a:pPr marL="1200150" lvl="2" indent="-285750">
              <a:buFont typeface="Arial" panose="020B0604020202020204" pitchFamily="34" charset="0"/>
              <a:buChar char="•"/>
            </a:pPr>
            <a:r>
              <a:rPr lang="en-US"/>
              <a:t>Companies evaluate security needs at a site</a:t>
            </a:r>
          </a:p>
          <a:p>
            <a:pPr marL="1200150" lvl="2" indent="-285750">
              <a:buFont typeface="Arial" panose="020B0604020202020204" pitchFamily="34" charset="0"/>
              <a:buChar char="•"/>
            </a:pPr>
            <a:r>
              <a:rPr lang="en-US"/>
              <a:t>via </a:t>
            </a:r>
            <a:r>
              <a:rPr lang="en-US" err="1"/>
              <a:t>SecurityGauge</a:t>
            </a:r>
            <a:r>
              <a:rPr lang="en-US"/>
              <a:t> and </a:t>
            </a:r>
            <a:r>
              <a:rPr lang="en-US" err="1"/>
              <a:t>NeighborhoodScout</a:t>
            </a:r>
            <a:r>
              <a:rPr lang="en-US"/>
              <a:t> online reports, SDAP bulk product</a:t>
            </a:r>
          </a:p>
          <a:p>
            <a:pPr marL="1200150" lvl="2" indent="-285750">
              <a:buFont typeface="Arial" panose="020B0604020202020204" pitchFamily="34" charset="0"/>
              <a:buChar char="•"/>
            </a:pPr>
            <a:r>
              <a:rPr lang="en-US"/>
              <a:t>Direct Product Revenue 2024: $ 763,432 (SG online reports only)</a:t>
            </a:r>
          </a:p>
          <a:p>
            <a:pPr marL="228600" marR="0" lvl="2" indent="0" algn="l" defTabSz="914400" rtl="0" eaLnBrk="1" fontAlgn="auto" latinLnBrk="0" hangingPunct="1">
              <a:lnSpc>
                <a:spcPct val="113000"/>
              </a:lnSpc>
              <a:spcBef>
                <a:spcPts val="700"/>
              </a:spcBef>
              <a:spcAft>
                <a:spcPts val="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1E1405"/>
              </a:solidFill>
              <a:effectLst/>
              <a:uLnTx/>
              <a:uFillTx/>
              <a:latin typeface="TWK Everett"/>
              <a:ea typeface="+mn-ea"/>
              <a:cs typeface="+mn-cs"/>
            </a:endParaRPr>
          </a:p>
          <a:p>
            <a:pPr marL="1200150" lvl="2" indent="-285750">
              <a:buFont typeface="Arial" panose="020B0604020202020204" pitchFamily="34" charset="0"/>
              <a:buChar char="•"/>
            </a:pPr>
            <a:endParaRPr lang="en-US"/>
          </a:p>
          <a:p>
            <a:pPr marL="1200150" lvl="2" indent="-285750">
              <a:buFont typeface="Arial" panose="020B0604020202020204" pitchFamily="34" charset="0"/>
              <a:buChar char="•"/>
            </a:pPr>
            <a:endParaRPr lang="en-US"/>
          </a:p>
        </p:txBody>
      </p:sp>
    </p:spTree>
    <p:extLst>
      <p:ext uri="{BB962C8B-B14F-4D97-AF65-F5344CB8AC3E}">
        <p14:creationId xmlns:p14="http://schemas.microsoft.com/office/powerpoint/2010/main" val="152825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ction number">
            <a:extLst>
              <a:ext uri="{FF2B5EF4-FFF2-40B4-BE49-F238E27FC236}">
                <a16:creationId xmlns:a16="http://schemas.microsoft.com/office/drawing/2014/main" id="{9A4E8D51-E431-5E4B-47A2-138545D8F233}"/>
              </a:ext>
            </a:extLst>
          </p:cNvPr>
          <p:cNvSpPr>
            <a:spLocks noGrp="1"/>
          </p:cNvSpPr>
          <p:nvPr>
            <p:ph type="body" sz="quarter" idx="13"/>
          </p:nvPr>
        </p:nvSpPr>
        <p:spPr/>
        <p:txBody>
          <a:bodyPr/>
          <a:lstStyle/>
          <a:p>
            <a:r>
              <a:rPr lang="en-US">
                <a:solidFill>
                  <a:schemeClr val="tx1"/>
                </a:solidFill>
              </a:rPr>
              <a:t>02</a:t>
            </a:r>
          </a:p>
        </p:txBody>
      </p:sp>
      <p:sp>
        <p:nvSpPr>
          <p:cNvPr id="2" name="Title">
            <a:extLst>
              <a:ext uri="{FF2B5EF4-FFF2-40B4-BE49-F238E27FC236}">
                <a16:creationId xmlns:a16="http://schemas.microsoft.com/office/drawing/2014/main" id="{E718B135-E6DE-A85C-47D6-7060649B34BE}"/>
              </a:ext>
            </a:extLst>
          </p:cNvPr>
          <p:cNvSpPr>
            <a:spLocks noGrp="1"/>
          </p:cNvSpPr>
          <p:nvPr>
            <p:ph type="title"/>
          </p:nvPr>
        </p:nvSpPr>
        <p:spPr/>
        <p:txBody>
          <a:bodyPr/>
          <a:lstStyle/>
          <a:p>
            <a:r>
              <a:rPr lang="en-US" sz="5400">
                <a:solidFill>
                  <a:schemeClr val="tx1"/>
                </a:solidFill>
              </a:rPr>
              <a:t>Model Data Preparation</a:t>
            </a:r>
            <a:endParaRPr lang="en-US">
              <a:solidFill>
                <a:schemeClr val="tx1"/>
              </a:solidFill>
            </a:endParaRPr>
          </a:p>
        </p:txBody>
      </p:sp>
      <p:sp>
        <p:nvSpPr>
          <p:cNvPr id="3" name="Secondary header">
            <a:extLst>
              <a:ext uri="{FF2B5EF4-FFF2-40B4-BE49-F238E27FC236}">
                <a16:creationId xmlns:a16="http://schemas.microsoft.com/office/drawing/2014/main" id="{719D0343-259A-AB69-23BE-DFEE732894FF}"/>
              </a:ext>
            </a:extLst>
          </p:cNvPr>
          <p:cNvSpPr>
            <a:spLocks noGrp="1"/>
          </p:cNvSpPr>
          <p:nvPr>
            <p:ph type="body" idx="1"/>
          </p:nvPr>
        </p:nvSpPr>
        <p:spPr/>
        <p:txBody>
          <a:bodyPr/>
          <a:lstStyle/>
          <a:p>
            <a:pPr algn="ctr"/>
            <a:r>
              <a:rPr lang="en-US" sz="2400" err="1">
                <a:solidFill>
                  <a:schemeClr val="tx1"/>
                </a:solidFill>
                <a:latin typeface="Calibri" panose="020F0502020204030204"/>
              </a:rPr>
              <a:t>CrimeRisk</a:t>
            </a:r>
            <a:endParaRPr lang="en-US">
              <a:solidFill>
                <a:schemeClr val="tx1"/>
              </a:solidFill>
            </a:endParaRPr>
          </a:p>
        </p:txBody>
      </p:sp>
      <p:sp>
        <p:nvSpPr>
          <p:cNvPr id="5" name="Footer Placeholder 4">
            <a:extLst>
              <a:ext uri="{FF2B5EF4-FFF2-40B4-BE49-F238E27FC236}">
                <a16:creationId xmlns:a16="http://schemas.microsoft.com/office/drawing/2014/main" id="{01B8FB38-AD6C-26D3-5DF3-C21A44240406}"/>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AF93A538-9A80-D4B0-C356-0AF8026D4D94}"/>
              </a:ext>
            </a:extLst>
          </p:cNvPr>
          <p:cNvSpPr>
            <a:spLocks noGrp="1"/>
          </p:cNvSpPr>
          <p:nvPr>
            <p:ph type="sldNum" sz="quarter" idx="12"/>
          </p:nvPr>
        </p:nvSpPr>
        <p:spPr/>
        <p:txBody>
          <a:bodyPr/>
          <a:lstStyle/>
          <a:p>
            <a:fld id="{CEECFCA9-F77F-4627-B4FF-32A2978341AA}" type="slidenum">
              <a:rPr lang="en-US" smtClean="0"/>
              <a:pPr/>
              <a:t>5</a:t>
            </a:fld>
            <a:endParaRPr lang="en-US"/>
          </a:p>
        </p:txBody>
      </p:sp>
    </p:spTree>
    <p:extLst>
      <p:ext uri="{BB962C8B-B14F-4D97-AF65-F5344CB8AC3E}">
        <p14:creationId xmlns:p14="http://schemas.microsoft.com/office/powerpoint/2010/main" val="39790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EC92-8850-80D6-1265-68067E437298}"/>
              </a:ext>
            </a:extLst>
          </p:cNvPr>
          <p:cNvSpPr>
            <a:spLocks noGrp="1"/>
          </p:cNvSpPr>
          <p:nvPr>
            <p:ph type="title"/>
          </p:nvPr>
        </p:nvSpPr>
        <p:spPr/>
        <p:txBody>
          <a:bodyPr/>
          <a:lstStyle/>
          <a:p>
            <a:r>
              <a:rPr lang="en-US" sz="3200"/>
              <a:t>Model Data Sources (input)</a:t>
            </a:r>
            <a:endParaRPr lang="en-US"/>
          </a:p>
        </p:txBody>
      </p:sp>
      <p:sp>
        <p:nvSpPr>
          <p:cNvPr id="3" name="Text Placeholder 2">
            <a:extLst>
              <a:ext uri="{FF2B5EF4-FFF2-40B4-BE49-F238E27FC236}">
                <a16:creationId xmlns:a16="http://schemas.microsoft.com/office/drawing/2014/main" id="{DE473949-73A0-E2A7-3ACB-DCABAFC01B4C}"/>
              </a:ext>
            </a:extLst>
          </p:cNvPr>
          <p:cNvSpPr>
            <a:spLocks noGrp="1"/>
          </p:cNvSpPr>
          <p:nvPr>
            <p:ph type="body" sz="quarter" idx="13"/>
          </p:nvPr>
        </p:nvSpPr>
        <p:spPr/>
        <p:txBody>
          <a:bodyPr/>
          <a:lstStyle/>
          <a:p>
            <a:r>
              <a:rPr lang="en-US" altLang="en-US" sz="1600" err="1"/>
              <a:t>CrimeRisk</a:t>
            </a:r>
            <a:r>
              <a:rPr lang="en-US" altLang="en-US" sz="1600"/>
              <a:t> predictors pt. I</a:t>
            </a:r>
            <a:endParaRPr lang="en-US"/>
          </a:p>
          <a:p>
            <a:endParaRPr lang="en-US"/>
          </a:p>
        </p:txBody>
      </p:sp>
      <p:sp>
        <p:nvSpPr>
          <p:cNvPr id="5" name="Content Placeholder 4">
            <a:extLst>
              <a:ext uri="{FF2B5EF4-FFF2-40B4-BE49-F238E27FC236}">
                <a16:creationId xmlns:a16="http://schemas.microsoft.com/office/drawing/2014/main" id="{858DB8E4-055E-7BE3-EA97-88EEEDF893DE}"/>
              </a:ext>
            </a:extLst>
          </p:cNvPr>
          <p:cNvSpPr>
            <a:spLocks noGrp="1"/>
          </p:cNvSpPr>
          <p:nvPr>
            <p:ph idx="1"/>
          </p:nvPr>
        </p:nvSpPr>
        <p:spPr/>
        <p:txBody>
          <a:bodyPr/>
          <a:lstStyle/>
          <a:p>
            <a:pPr defTabSz="457200">
              <a:lnSpc>
                <a:spcPct val="100000"/>
              </a:lnSpc>
              <a:spcBef>
                <a:spcPts val="0"/>
              </a:spcBef>
              <a:buClrTx/>
              <a:defRPr/>
            </a:pPr>
            <a:r>
              <a:rPr lang="en-US" sz="1800">
                <a:solidFill>
                  <a:srgbClr val="000000"/>
                </a:solidFill>
                <a:latin typeface="Calibri" panose="020F0502020204030204"/>
              </a:rPr>
              <a:t>Model Inputs: </a:t>
            </a:r>
          </a:p>
          <a:p>
            <a:pPr marL="1588" lvl="1" indent="0" defTabSz="457200">
              <a:lnSpc>
                <a:spcPct val="100000"/>
              </a:lnSpc>
              <a:spcBef>
                <a:spcPts val="0"/>
              </a:spcBef>
              <a:buNone/>
              <a:defRPr/>
            </a:pPr>
            <a:endParaRPr lang="en-US"/>
          </a:p>
        </p:txBody>
      </p:sp>
      <p:sp>
        <p:nvSpPr>
          <p:cNvPr id="6" name="Footer Placeholder 5">
            <a:extLst>
              <a:ext uri="{FF2B5EF4-FFF2-40B4-BE49-F238E27FC236}">
                <a16:creationId xmlns:a16="http://schemas.microsoft.com/office/drawing/2014/main" id="{ED7C60FC-279B-0B02-9BF7-2A72896F3403}"/>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14DB72CD-54E6-7F07-40DA-C31875C21362}"/>
              </a:ext>
            </a:extLst>
          </p:cNvPr>
          <p:cNvSpPr>
            <a:spLocks noGrp="1"/>
          </p:cNvSpPr>
          <p:nvPr>
            <p:ph type="sldNum" sz="quarter" idx="12"/>
          </p:nvPr>
        </p:nvSpPr>
        <p:spPr/>
        <p:txBody>
          <a:bodyPr/>
          <a:lstStyle/>
          <a:p>
            <a:fld id="{CEECFCA9-F77F-4627-B4FF-32A2978341AA}" type="slidenum">
              <a:rPr lang="en-US" smtClean="0"/>
              <a:t>6</a:t>
            </a:fld>
            <a:endParaRPr lang="en-US"/>
          </a:p>
        </p:txBody>
      </p:sp>
      <p:graphicFrame>
        <p:nvGraphicFramePr>
          <p:cNvPr id="8" name="Table 2">
            <a:extLst>
              <a:ext uri="{FF2B5EF4-FFF2-40B4-BE49-F238E27FC236}">
                <a16:creationId xmlns:a16="http://schemas.microsoft.com/office/drawing/2014/main" id="{07849D5F-8D9D-A051-2A90-A69666B665AD}"/>
              </a:ext>
            </a:extLst>
          </p:cNvPr>
          <p:cNvGraphicFramePr>
            <a:graphicFrameLocks/>
          </p:cNvGraphicFramePr>
          <p:nvPr>
            <p:extLst>
              <p:ext uri="{D42A27DB-BD31-4B8C-83A1-F6EECF244321}">
                <p14:modId xmlns:p14="http://schemas.microsoft.com/office/powerpoint/2010/main" val="1191225561"/>
              </p:ext>
            </p:extLst>
          </p:nvPr>
        </p:nvGraphicFramePr>
        <p:xfrm>
          <a:off x="2198914" y="1487714"/>
          <a:ext cx="8164281" cy="4795206"/>
        </p:xfrm>
        <a:graphic>
          <a:graphicData uri="http://schemas.openxmlformats.org/drawingml/2006/table">
            <a:tbl>
              <a:tblPr firstRow="1" bandRow="1">
                <a:tableStyleId>{5C22544A-7EE6-4342-B048-85BDC9FD1C3A}</a:tableStyleId>
              </a:tblPr>
              <a:tblGrid>
                <a:gridCol w="2070230">
                  <a:extLst>
                    <a:ext uri="{9D8B030D-6E8A-4147-A177-3AD203B41FA5}">
                      <a16:colId xmlns:a16="http://schemas.microsoft.com/office/drawing/2014/main" val="1743430607"/>
                    </a:ext>
                  </a:extLst>
                </a:gridCol>
                <a:gridCol w="2473479">
                  <a:extLst>
                    <a:ext uri="{9D8B030D-6E8A-4147-A177-3AD203B41FA5}">
                      <a16:colId xmlns:a16="http://schemas.microsoft.com/office/drawing/2014/main" val="2304954694"/>
                    </a:ext>
                  </a:extLst>
                </a:gridCol>
                <a:gridCol w="1766962">
                  <a:extLst>
                    <a:ext uri="{9D8B030D-6E8A-4147-A177-3AD203B41FA5}">
                      <a16:colId xmlns:a16="http://schemas.microsoft.com/office/drawing/2014/main" val="3125483188"/>
                    </a:ext>
                  </a:extLst>
                </a:gridCol>
                <a:gridCol w="1853610">
                  <a:extLst>
                    <a:ext uri="{9D8B030D-6E8A-4147-A177-3AD203B41FA5}">
                      <a16:colId xmlns:a16="http://schemas.microsoft.com/office/drawing/2014/main" val="457860270"/>
                    </a:ext>
                  </a:extLst>
                </a:gridCol>
              </a:tblGrid>
              <a:tr h="345126">
                <a:tc>
                  <a:txBody>
                    <a:bodyPr/>
                    <a:lstStyle/>
                    <a:p>
                      <a:r>
                        <a:rPr lang="en-US" sz="800" b="1" kern="1200">
                          <a:solidFill>
                            <a:schemeClr val="lt1"/>
                          </a:solidFill>
                          <a:latin typeface="+mn-lt"/>
                          <a:ea typeface="+mn-ea"/>
                          <a:cs typeface="+mn-cs"/>
                        </a:rPr>
                        <a:t>Variable Name</a:t>
                      </a:r>
                    </a:p>
                  </a:txBody>
                  <a:tcPr/>
                </a:tc>
                <a:tc>
                  <a:txBody>
                    <a:bodyPr/>
                    <a:lstStyle/>
                    <a:p>
                      <a:r>
                        <a:rPr lang="en-US" sz="800" b="1" kern="1200">
                          <a:solidFill>
                            <a:schemeClr val="lt1"/>
                          </a:solidFill>
                          <a:latin typeface="+mn-lt"/>
                          <a:ea typeface="+mn-ea"/>
                          <a:cs typeface="+mn-cs"/>
                        </a:rPr>
                        <a:t>Variable Definition</a:t>
                      </a:r>
                    </a:p>
                  </a:txBody>
                  <a:tcPr/>
                </a:tc>
                <a:tc>
                  <a:txBody>
                    <a:bodyPr/>
                    <a:lstStyle/>
                    <a:p>
                      <a:r>
                        <a:rPr lang="en-US" sz="800" b="1" kern="1200">
                          <a:solidFill>
                            <a:schemeClr val="lt1"/>
                          </a:solidFill>
                          <a:latin typeface="+mn-lt"/>
                          <a:ea typeface="+mn-ea"/>
                          <a:cs typeface="+mn-cs"/>
                        </a:rPr>
                        <a:t>Data Source</a:t>
                      </a:r>
                    </a:p>
                  </a:txBody>
                  <a:tcPr/>
                </a:tc>
                <a:tc>
                  <a:txBody>
                    <a:bodyPr/>
                    <a:lstStyle/>
                    <a:p>
                      <a:r>
                        <a:rPr lang="en-US" sz="800" b="1" kern="1200">
                          <a:solidFill>
                            <a:schemeClr val="lt1"/>
                          </a:solidFill>
                          <a:latin typeface="+mn-lt"/>
                          <a:ea typeface="+mn-ea"/>
                          <a:cs typeface="+mn-cs"/>
                        </a:rPr>
                        <a:t>Variable Lift (t-stat)</a:t>
                      </a:r>
                    </a:p>
                  </a:txBody>
                  <a:tcPr/>
                </a:tc>
                <a:extLst>
                  <a:ext uri="{0D108BD9-81ED-4DB2-BD59-A6C34878D82A}">
                    <a16:rowId xmlns:a16="http://schemas.microsoft.com/office/drawing/2014/main" val="2874345011"/>
                  </a:ext>
                </a:extLst>
              </a:tr>
              <a:tr h="370840">
                <a:tc>
                  <a:txBody>
                    <a:bodyPr/>
                    <a:lstStyle/>
                    <a:p>
                      <a:pPr algn="l" fontAlgn="b"/>
                      <a:r>
                        <a:rPr lang="en-US" sz="1100" b="0" i="0" u="none" strike="noStrike">
                          <a:solidFill>
                            <a:srgbClr val="000000"/>
                          </a:solidFill>
                          <a:effectLst/>
                          <a:latin typeface="Calibri" panose="020F0502020204030204" pitchFamily="34" charset="0"/>
                        </a:rPr>
                        <a:t>ENCENTRAL</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East North Central region of U.S.  (1=within, 0=outside)</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Census geographic relationship files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-17.486</a:t>
                      </a:r>
                    </a:p>
                  </a:txBody>
                  <a:tcPr marL="7620" marR="7620" marT="7620" marB="0" anchor="b"/>
                </a:tc>
                <a:extLst>
                  <a:ext uri="{0D108BD9-81ED-4DB2-BD59-A6C34878D82A}">
                    <a16:rowId xmlns:a16="http://schemas.microsoft.com/office/drawing/2014/main" val="738030584"/>
                  </a:ext>
                </a:extLst>
              </a:tr>
              <a:tr h="370840">
                <a:tc>
                  <a:txBody>
                    <a:bodyPr/>
                    <a:lstStyle/>
                    <a:p>
                      <a:pPr algn="l" fontAlgn="b"/>
                      <a:r>
                        <a:rPr lang="en-US" sz="1100" b="0" i="0" u="none" strike="noStrike">
                          <a:solidFill>
                            <a:srgbClr val="000000"/>
                          </a:solidFill>
                          <a:effectLst/>
                          <a:latin typeface="Calibri" panose="020F0502020204030204" pitchFamily="34" charset="0"/>
                        </a:rPr>
                        <a:t>MIDATLANTIC</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Mid Atlantic region of U.S.  (1=within, 0=outside)</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Census geographic relationship files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-21.769</a:t>
                      </a:r>
                    </a:p>
                  </a:txBody>
                  <a:tcPr marL="7620" marR="7620" marT="7620" marB="0" anchor="b"/>
                </a:tc>
                <a:extLst>
                  <a:ext uri="{0D108BD9-81ED-4DB2-BD59-A6C34878D82A}">
                    <a16:rowId xmlns:a16="http://schemas.microsoft.com/office/drawing/2014/main" val="400688252"/>
                  </a:ext>
                </a:extLst>
              </a:tr>
              <a:tr h="370840">
                <a:tc>
                  <a:txBody>
                    <a:bodyPr/>
                    <a:lstStyle/>
                    <a:p>
                      <a:pPr algn="l" fontAlgn="b"/>
                      <a:r>
                        <a:rPr lang="en-US" sz="1100" b="0" i="0" u="none" strike="noStrike">
                          <a:solidFill>
                            <a:srgbClr val="000000"/>
                          </a:solidFill>
                          <a:effectLst/>
                          <a:latin typeface="Calibri" panose="020F0502020204030204" pitchFamily="34" charset="0"/>
                        </a:rPr>
                        <a:t>SOUTHATLANTIC</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South Atlantic region of U.S.  (1=within, 0=outside)</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Census geographic relationship files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-8.232</a:t>
                      </a:r>
                    </a:p>
                  </a:txBody>
                  <a:tcPr marL="7620" marR="7620" marT="7620" marB="0" anchor="b"/>
                </a:tc>
                <a:extLst>
                  <a:ext uri="{0D108BD9-81ED-4DB2-BD59-A6C34878D82A}">
                    <a16:rowId xmlns:a16="http://schemas.microsoft.com/office/drawing/2014/main" val="2398969526"/>
                  </a:ext>
                </a:extLst>
              </a:tr>
              <a:tr h="370840">
                <a:tc>
                  <a:txBody>
                    <a:bodyPr/>
                    <a:lstStyle/>
                    <a:p>
                      <a:pPr algn="l" fontAlgn="b"/>
                      <a:r>
                        <a:rPr lang="en-US" sz="1100" b="0" i="0" u="none" strike="noStrike">
                          <a:solidFill>
                            <a:srgbClr val="000000"/>
                          </a:solidFill>
                          <a:effectLst/>
                          <a:latin typeface="Calibri" panose="020F0502020204030204" pitchFamily="34" charset="0"/>
                        </a:rPr>
                        <a:t>ZCITY_CENTERS_DIST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Distance from central business district,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Census geographic relationship files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-8.697</a:t>
                      </a:r>
                    </a:p>
                  </a:txBody>
                  <a:tcPr marL="7620" marR="7620" marT="7620" marB="0" anchor="b"/>
                </a:tc>
                <a:extLst>
                  <a:ext uri="{0D108BD9-81ED-4DB2-BD59-A6C34878D82A}">
                    <a16:rowId xmlns:a16="http://schemas.microsoft.com/office/drawing/2014/main" val="4083382813"/>
                  </a:ext>
                </a:extLst>
              </a:tr>
              <a:tr h="370840">
                <a:tc>
                  <a:txBody>
                    <a:bodyPr/>
                    <a:lstStyle/>
                    <a:p>
                      <a:pPr algn="l" fontAlgn="b"/>
                      <a:r>
                        <a:rPr lang="en-US" sz="1100" b="0" i="0" u="none" strike="noStrike">
                          <a:solidFill>
                            <a:srgbClr val="000000"/>
                          </a:solidFill>
                          <a:effectLst/>
                          <a:latin typeface="Calibri" panose="020F0502020204030204" pitchFamily="34" charset="0"/>
                        </a:rPr>
                        <a:t>ZCOL_PCT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Population currently enolled in college,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-15.107</a:t>
                      </a:r>
                    </a:p>
                  </a:txBody>
                  <a:tcPr marL="7620" marR="7620" marT="7620" marB="0" anchor="b"/>
                </a:tc>
                <a:extLst>
                  <a:ext uri="{0D108BD9-81ED-4DB2-BD59-A6C34878D82A}">
                    <a16:rowId xmlns:a16="http://schemas.microsoft.com/office/drawing/2014/main" val="355686216"/>
                  </a:ext>
                </a:extLst>
              </a:tr>
              <a:tr h="370840">
                <a:tc>
                  <a:txBody>
                    <a:bodyPr/>
                    <a:lstStyle/>
                    <a:p>
                      <a:pPr algn="l" fontAlgn="b"/>
                      <a:r>
                        <a:rPr lang="en-US" sz="1100" b="0" i="0" u="none" strike="noStrike">
                          <a:solidFill>
                            <a:srgbClr val="000000"/>
                          </a:solidFill>
                          <a:effectLst/>
                          <a:latin typeface="Calibri" panose="020F0502020204030204" pitchFamily="34" charset="0"/>
                        </a:rPr>
                        <a:t>ZDET_PCT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housing units in single family detached houses,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13.671</a:t>
                      </a:r>
                    </a:p>
                  </a:txBody>
                  <a:tcPr marL="7620" marR="7620" marT="7620" marB="0" anchor="b"/>
                </a:tc>
                <a:extLst>
                  <a:ext uri="{0D108BD9-81ED-4DB2-BD59-A6C34878D82A}">
                    <a16:rowId xmlns:a16="http://schemas.microsoft.com/office/drawing/2014/main" val="1746980822"/>
                  </a:ext>
                </a:extLst>
              </a:tr>
              <a:tr h="370840">
                <a:tc>
                  <a:txBody>
                    <a:bodyPr/>
                    <a:lstStyle/>
                    <a:p>
                      <a:pPr algn="l" fontAlgn="b"/>
                      <a:r>
                        <a:rPr lang="en-US" sz="1100" b="0" i="0" u="none" strike="noStrike">
                          <a:solidFill>
                            <a:srgbClr val="000000"/>
                          </a:solidFill>
                          <a:effectLst/>
                          <a:latin typeface="Calibri" panose="020F0502020204030204" pitchFamily="34" charset="0"/>
                        </a:rPr>
                        <a:t>ZGINI_INDEX</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Gini index of inequality,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9.312</a:t>
                      </a:r>
                    </a:p>
                  </a:txBody>
                  <a:tcPr marL="7620" marR="7620" marT="7620" marB="0" anchor="b"/>
                </a:tc>
                <a:extLst>
                  <a:ext uri="{0D108BD9-81ED-4DB2-BD59-A6C34878D82A}">
                    <a16:rowId xmlns:a16="http://schemas.microsoft.com/office/drawing/2014/main" val="3007790710"/>
                  </a:ext>
                </a:extLst>
              </a:tr>
              <a:tr h="370840">
                <a:tc>
                  <a:txBody>
                    <a:bodyPr/>
                    <a:lstStyle/>
                    <a:p>
                      <a:pPr algn="l" fontAlgn="b"/>
                      <a:r>
                        <a:rPr lang="en-US" sz="1100" b="0" i="0" u="none" strike="noStrike">
                          <a:solidFill>
                            <a:srgbClr val="000000"/>
                          </a:solidFill>
                          <a:effectLst/>
                          <a:latin typeface="Calibri" panose="020F0502020204030204" pitchFamily="34" charset="0"/>
                        </a:rPr>
                        <a:t>ZIN_HOUSEHOLD_PCT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population in households (not group quarters) ,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13.491</a:t>
                      </a:r>
                    </a:p>
                  </a:txBody>
                  <a:tcPr marL="7620" marR="7620" marT="7620" marB="0" anchor="b"/>
                </a:tc>
                <a:extLst>
                  <a:ext uri="{0D108BD9-81ED-4DB2-BD59-A6C34878D82A}">
                    <a16:rowId xmlns:a16="http://schemas.microsoft.com/office/drawing/2014/main" val="1181248894"/>
                  </a:ext>
                </a:extLst>
              </a:tr>
              <a:tr h="370840">
                <a:tc>
                  <a:txBody>
                    <a:bodyPr/>
                    <a:lstStyle/>
                    <a:p>
                      <a:pPr algn="l" fontAlgn="b"/>
                      <a:r>
                        <a:rPr lang="en-US" sz="1100" b="0" i="0" u="none" strike="noStrike">
                          <a:solidFill>
                            <a:srgbClr val="000000"/>
                          </a:solidFill>
                          <a:effectLst/>
                          <a:latin typeface="Calibri" panose="020F0502020204030204" pitchFamily="34" charset="0"/>
                        </a:rPr>
                        <a:t>ZLG10_DORMS_PCT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population living in college dorms, log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12.275</a:t>
                      </a:r>
                    </a:p>
                  </a:txBody>
                  <a:tcPr marL="7620" marR="7620" marT="7620" marB="0" anchor="b"/>
                </a:tc>
                <a:extLst>
                  <a:ext uri="{0D108BD9-81ED-4DB2-BD59-A6C34878D82A}">
                    <a16:rowId xmlns:a16="http://schemas.microsoft.com/office/drawing/2014/main" val="983189254"/>
                  </a:ext>
                </a:extLst>
              </a:tr>
              <a:tr h="370840">
                <a:tc>
                  <a:txBody>
                    <a:bodyPr/>
                    <a:lstStyle/>
                    <a:p>
                      <a:pPr algn="l" fontAlgn="b"/>
                      <a:r>
                        <a:rPr lang="en-US" sz="1100" b="0" i="0" u="none" strike="noStrike">
                          <a:solidFill>
                            <a:srgbClr val="000000"/>
                          </a:solidFill>
                          <a:effectLst/>
                          <a:latin typeface="Calibri" panose="020F0502020204030204" pitchFamily="34" charset="0"/>
                        </a:rPr>
                        <a:t>ZLG10_GRANDKIDS_PCT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of children living with grandparent not parent, log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a:t>
                      </a:r>
                      <a:r>
                        <a:rPr lang="en-US" sz="1100" b="0" i="0" u="none" strike="noStrike" err="1">
                          <a:solidFill>
                            <a:srgbClr val="000000"/>
                          </a:solidFill>
                          <a:effectLst/>
                          <a:latin typeface="Calibri" panose="020F0502020204030204" pitchFamily="34" charset="0"/>
                        </a:rPr>
                        <a:t>Suvey</a:t>
                      </a:r>
                      <a:r>
                        <a:rPr lang="en-US" sz="1100" b="0" i="0" u="none" strike="noStrike">
                          <a:solidFill>
                            <a:srgbClr val="000000"/>
                          </a:solidFill>
                          <a:effectLst/>
                          <a:latin typeface="Calibri" panose="020F0502020204030204" pitchFamily="34" charset="0"/>
                        </a:rPr>
                        <a:t>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10.888</a:t>
                      </a:r>
                    </a:p>
                  </a:txBody>
                  <a:tcPr marL="7620" marR="7620" marT="7620" marB="0" anchor="b"/>
                </a:tc>
                <a:extLst>
                  <a:ext uri="{0D108BD9-81ED-4DB2-BD59-A6C34878D82A}">
                    <a16:rowId xmlns:a16="http://schemas.microsoft.com/office/drawing/2014/main" val="3142449277"/>
                  </a:ext>
                </a:extLst>
              </a:tr>
              <a:tr h="370840">
                <a:tc>
                  <a:txBody>
                    <a:bodyPr/>
                    <a:lstStyle/>
                    <a:p>
                      <a:pPr algn="l" fontAlgn="b"/>
                      <a:r>
                        <a:rPr lang="en-US" sz="1100" b="0" i="0" u="none" strike="noStrike">
                          <a:solidFill>
                            <a:srgbClr val="000000"/>
                          </a:solidFill>
                          <a:effectLst/>
                          <a:latin typeface="Calibri" panose="020F0502020204030204" pitchFamily="34" charset="0"/>
                        </a:rPr>
                        <a:t>ZLG10_JOB_DENSITY</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Density of jobs per square mile, log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Longitudinal Employer-Household Dynamics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7.538</a:t>
                      </a:r>
                    </a:p>
                  </a:txBody>
                  <a:tcPr marL="7620" marR="7620" marT="7620" marB="0" anchor="b"/>
                </a:tc>
                <a:extLst>
                  <a:ext uri="{0D108BD9-81ED-4DB2-BD59-A6C34878D82A}">
                    <a16:rowId xmlns:a16="http://schemas.microsoft.com/office/drawing/2014/main" val="3885153167"/>
                  </a:ext>
                </a:extLst>
              </a:tr>
              <a:tr h="370840">
                <a:tc>
                  <a:txBody>
                    <a:bodyPr/>
                    <a:lstStyle/>
                    <a:p>
                      <a:pPr algn="l" fontAlgn="b"/>
                      <a:r>
                        <a:rPr lang="en-US" sz="1100" b="0" i="0" u="none" strike="noStrike">
                          <a:solidFill>
                            <a:srgbClr val="000000"/>
                          </a:solidFill>
                          <a:effectLst/>
                          <a:latin typeface="Calibri" panose="020F0502020204030204" pitchFamily="34" charset="0"/>
                        </a:rPr>
                        <a:t>ZLG10_JOBS_1MI</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Total jobs within 1 mile radius, log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Longitudinal Employer-Household Dynamics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10.016</a:t>
                      </a:r>
                    </a:p>
                  </a:txBody>
                  <a:tcPr marL="7620" marR="7620" marT="7620" marB="0" anchor="b"/>
                </a:tc>
                <a:extLst>
                  <a:ext uri="{0D108BD9-81ED-4DB2-BD59-A6C34878D82A}">
                    <a16:rowId xmlns:a16="http://schemas.microsoft.com/office/drawing/2014/main" val="346416226"/>
                  </a:ext>
                </a:extLst>
              </a:tr>
            </a:tbl>
          </a:graphicData>
        </a:graphic>
      </p:graphicFrame>
    </p:spTree>
    <p:extLst>
      <p:ext uri="{BB962C8B-B14F-4D97-AF65-F5344CB8AC3E}">
        <p14:creationId xmlns:p14="http://schemas.microsoft.com/office/powerpoint/2010/main" val="4130350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EC92-8850-80D6-1265-68067E437298}"/>
              </a:ext>
            </a:extLst>
          </p:cNvPr>
          <p:cNvSpPr>
            <a:spLocks noGrp="1"/>
          </p:cNvSpPr>
          <p:nvPr>
            <p:ph type="title"/>
          </p:nvPr>
        </p:nvSpPr>
        <p:spPr/>
        <p:txBody>
          <a:bodyPr/>
          <a:lstStyle/>
          <a:p>
            <a:r>
              <a:rPr lang="en-US" sz="3200"/>
              <a:t>Model Data Sources (input)</a:t>
            </a:r>
            <a:endParaRPr lang="en-US"/>
          </a:p>
        </p:txBody>
      </p:sp>
      <p:sp>
        <p:nvSpPr>
          <p:cNvPr id="3" name="Text Placeholder 2">
            <a:extLst>
              <a:ext uri="{FF2B5EF4-FFF2-40B4-BE49-F238E27FC236}">
                <a16:creationId xmlns:a16="http://schemas.microsoft.com/office/drawing/2014/main" id="{DE473949-73A0-E2A7-3ACB-DCABAFC01B4C}"/>
              </a:ext>
            </a:extLst>
          </p:cNvPr>
          <p:cNvSpPr>
            <a:spLocks noGrp="1"/>
          </p:cNvSpPr>
          <p:nvPr>
            <p:ph type="body" sz="quarter" idx="13"/>
          </p:nvPr>
        </p:nvSpPr>
        <p:spPr/>
        <p:txBody>
          <a:bodyPr/>
          <a:lstStyle/>
          <a:p>
            <a:r>
              <a:rPr lang="en-US" altLang="en-US" sz="1600" err="1"/>
              <a:t>CrimeRisk</a:t>
            </a:r>
            <a:r>
              <a:rPr lang="en-US" altLang="en-US" sz="1600"/>
              <a:t> predictors pt. II</a:t>
            </a:r>
            <a:endParaRPr lang="en-US"/>
          </a:p>
        </p:txBody>
      </p:sp>
      <p:sp>
        <p:nvSpPr>
          <p:cNvPr id="5" name="Content Placeholder 4">
            <a:extLst>
              <a:ext uri="{FF2B5EF4-FFF2-40B4-BE49-F238E27FC236}">
                <a16:creationId xmlns:a16="http://schemas.microsoft.com/office/drawing/2014/main" id="{858DB8E4-055E-7BE3-EA97-88EEEDF893DE}"/>
              </a:ext>
            </a:extLst>
          </p:cNvPr>
          <p:cNvSpPr>
            <a:spLocks noGrp="1"/>
          </p:cNvSpPr>
          <p:nvPr>
            <p:ph idx="1"/>
          </p:nvPr>
        </p:nvSpPr>
        <p:spPr/>
        <p:txBody>
          <a:bodyPr/>
          <a:lstStyle/>
          <a:p>
            <a:pPr defTabSz="457200">
              <a:lnSpc>
                <a:spcPct val="100000"/>
              </a:lnSpc>
              <a:spcBef>
                <a:spcPts val="0"/>
              </a:spcBef>
              <a:buClrTx/>
              <a:defRPr/>
            </a:pPr>
            <a:r>
              <a:rPr lang="en-US" sz="1800">
                <a:solidFill>
                  <a:srgbClr val="000000"/>
                </a:solidFill>
                <a:latin typeface="Calibri" panose="020F0502020204030204"/>
              </a:rPr>
              <a:t>Model Inputs: </a:t>
            </a:r>
          </a:p>
          <a:p>
            <a:pPr marL="1588" lvl="1" indent="0" defTabSz="457200">
              <a:lnSpc>
                <a:spcPct val="100000"/>
              </a:lnSpc>
              <a:spcBef>
                <a:spcPts val="0"/>
              </a:spcBef>
              <a:buNone/>
              <a:defRPr/>
            </a:pPr>
            <a:endParaRPr lang="en-US"/>
          </a:p>
        </p:txBody>
      </p:sp>
      <p:sp>
        <p:nvSpPr>
          <p:cNvPr id="6" name="Footer Placeholder 5">
            <a:extLst>
              <a:ext uri="{FF2B5EF4-FFF2-40B4-BE49-F238E27FC236}">
                <a16:creationId xmlns:a16="http://schemas.microsoft.com/office/drawing/2014/main" id="{ED7C60FC-279B-0B02-9BF7-2A72896F3403}"/>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14DB72CD-54E6-7F07-40DA-C31875C21362}"/>
              </a:ext>
            </a:extLst>
          </p:cNvPr>
          <p:cNvSpPr>
            <a:spLocks noGrp="1"/>
          </p:cNvSpPr>
          <p:nvPr>
            <p:ph type="sldNum" sz="quarter" idx="12"/>
          </p:nvPr>
        </p:nvSpPr>
        <p:spPr/>
        <p:txBody>
          <a:bodyPr/>
          <a:lstStyle/>
          <a:p>
            <a:fld id="{CEECFCA9-F77F-4627-B4FF-32A2978341AA}" type="slidenum">
              <a:rPr lang="en-US" smtClean="0"/>
              <a:t>7</a:t>
            </a:fld>
            <a:endParaRPr lang="en-US"/>
          </a:p>
        </p:txBody>
      </p:sp>
      <p:graphicFrame>
        <p:nvGraphicFramePr>
          <p:cNvPr id="8" name="Table 2">
            <a:extLst>
              <a:ext uri="{FF2B5EF4-FFF2-40B4-BE49-F238E27FC236}">
                <a16:creationId xmlns:a16="http://schemas.microsoft.com/office/drawing/2014/main" id="{07849D5F-8D9D-A051-2A90-A69666B665AD}"/>
              </a:ext>
            </a:extLst>
          </p:cNvPr>
          <p:cNvGraphicFramePr>
            <a:graphicFrameLocks/>
          </p:cNvGraphicFramePr>
          <p:nvPr>
            <p:extLst>
              <p:ext uri="{D42A27DB-BD31-4B8C-83A1-F6EECF244321}">
                <p14:modId xmlns:p14="http://schemas.microsoft.com/office/powerpoint/2010/main" val="604421774"/>
              </p:ext>
            </p:extLst>
          </p:nvPr>
        </p:nvGraphicFramePr>
        <p:xfrm>
          <a:off x="1954328" y="2203119"/>
          <a:ext cx="8164281" cy="4218940"/>
        </p:xfrm>
        <a:graphic>
          <a:graphicData uri="http://schemas.openxmlformats.org/drawingml/2006/table">
            <a:tbl>
              <a:tblPr firstRow="1" bandRow="1">
                <a:tableStyleId>{5C22544A-7EE6-4342-B048-85BDC9FD1C3A}</a:tableStyleId>
              </a:tblPr>
              <a:tblGrid>
                <a:gridCol w="2070230">
                  <a:extLst>
                    <a:ext uri="{9D8B030D-6E8A-4147-A177-3AD203B41FA5}">
                      <a16:colId xmlns:a16="http://schemas.microsoft.com/office/drawing/2014/main" val="1743430607"/>
                    </a:ext>
                  </a:extLst>
                </a:gridCol>
                <a:gridCol w="2473479">
                  <a:extLst>
                    <a:ext uri="{9D8B030D-6E8A-4147-A177-3AD203B41FA5}">
                      <a16:colId xmlns:a16="http://schemas.microsoft.com/office/drawing/2014/main" val="2304954694"/>
                    </a:ext>
                  </a:extLst>
                </a:gridCol>
                <a:gridCol w="1766962">
                  <a:extLst>
                    <a:ext uri="{9D8B030D-6E8A-4147-A177-3AD203B41FA5}">
                      <a16:colId xmlns:a16="http://schemas.microsoft.com/office/drawing/2014/main" val="3125483188"/>
                    </a:ext>
                  </a:extLst>
                </a:gridCol>
                <a:gridCol w="1853610">
                  <a:extLst>
                    <a:ext uri="{9D8B030D-6E8A-4147-A177-3AD203B41FA5}">
                      <a16:colId xmlns:a16="http://schemas.microsoft.com/office/drawing/2014/main" val="457860270"/>
                    </a:ext>
                  </a:extLst>
                </a:gridCol>
              </a:tblGrid>
              <a:tr h="370840">
                <a:tc>
                  <a:txBody>
                    <a:bodyPr/>
                    <a:lstStyle/>
                    <a:p>
                      <a:r>
                        <a:rPr lang="en-US" sz="800" b="1" kern="1200">
                          <a:solidFill>
                            <a:schemeClr val="lt1"/>
                          </a:solidFill>
                          <a:latin typeface="+mn-lt"/>
                          <a:ea typeface="+mn-ea"/>
                          <a:cs typeface="+mn-cs"/>
                        </a:rPr>
                        <a:t>Variable Name</a:t>
                      </a:r>
                    </a:p>
                  </a:txBody>
                  <a:tcPr/>
                </a:tc>
                <a:tc>
                  <a:txBody>
                    <a:bodyPr/>
                    <a:lstStyle/>
                    <a:p>
                      <a:r>
                        <a:rPr lang="en-US" sz="800" b="1" kern="1200">
                          <a:solidFill>
                            <a:schemeClr val="lt1"/>
                          </a:solidFill>
                          <a:latin typeface="+mn-lt"/>
                          <a:ea typeface="+mn-ea"/>
                          <a:cs typeface="+mn-cs"/>
                        </a:rPr>
                        <a:t>Variable Definition</a:t>
                      </a:r>
                    </a:p>
                  </a:txBody>
                  <a:tcPr/>
                </a:tc>
                <a:tc>
                  <a:txBody>
                    <a:bodyPr/>
                    <a:lstStyle/>
                    <a:p>
                      <a:r>
                        <a:rPr lang="en-US" sz="800" b="1" kern="1200">
                          <a:solidFill>
                            <a:schemeClr val="lt1"/>
                          </a:solidFill>
                          <a:latin typeface="+mn-lt"/>
                          <a:ea typeface="+mn-ea"/>
                          <a:cs typeface="+mn-cs"/>
                        </a:rPr>
                        <a:t>Data Source</a:t>
                      </a:r>
                    </a:p>
                  </a:txBody>
                  <a:tcPr/>
                </a:tc>
                <a:tc>
                  <a:txBody>
                    <a:bodyPr/>
                    <a:lstStyle/>
                    <a:p>
                      <a:r>
                        <a:rPr lang="en-US" sz="800" b="1" kern="1200">
                          <a:solidFill>
                            <a:schemeClr val="lt1"/>
                          </a:solidFill>
                          <a:latin typeface="+mn-lt"/>
                          <a:ea typeface="+mn-ea"/>
                          <a:cs typeface="+mn-cs"/>
                        </a:rPr>
                        <a:t>Variable Lift (t-stat)</a:t>
                      </a:r>
                    </a:p>
                  </a:txBody>
                  <a:tcPr/>
                </a:tc>
                <a:extLst>
                  <a:ext uri="{0D108BD9-81ED-4DB2-BD59-A6C34878D82A}">
                    <a16:rowId xmlns:a16="http://schemas.microsoft.com/office/drawing/2014/main" val="2874345011"/>
                  </a:ext>
                </a:extLst>
              </a:tr>
              <a:tr h="370840">
                <a:tc>
                  <a:txBody>
                    <a:bodyPr/>
                    <a:lstStyle/>
                    <a:p>
                      <a:pPr algn="l" fontAlgn="b"/>
                      <a:r>
                        <a:rPr lang="en-US" sz="1100" b="0" i="0" u="none" strike="noStrike">
                          <a:solidFill>
                            <a:srgbClr val="000000"/>
                          </a:solidFill>
                          <a:effectLst/>
                          <a:latin typeface="Calibri" panose="020F0502020204030204" pitchFamily="34" charset="0"/>
                        </a:rPr>
                        <a:t>ZLG10_POPULATION_5MI</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Total population within 5 mile radius, log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Annual Population Estimates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14.561</a:t>
                      </a:r>
                    </a:p>
                  </a:txBody>
                  <a:tcPr marL="7620" marR="7620" marT="7620" marB="0" anchor="b"/>
                </a:tc>
                <a:extLst>
                  <a:ext uri="{0D108BD9-81ED-4DB2-BD59-A6C34878D82A}">
                    <a16:rowId xmlns:a16="http://schemas.microsoft.com/office/drawing/2014/main" val="1090757401"/>
                  </a:ext>
                </a:extLst>
              </a:tr>
              <a:tr h="370840">
                <a:tc>
                  <a:txBody>
                    <a:bodyPr/>
                    <a:lstStyle/>
                    <a:p>
                      <a:pPr algn="l" fontAlgn="b"/>
                      <a:r>
                        <a:rPr lang="en-US" sz="1100" b="0" i="0" u="none" strike="noStrike">
                          <a:solidFill>
                            <a:srgbClr val="000000"/>
                          </a:solidFill>
                          <a:effectLst/>
                          <a:latin typeface="Calibri" panose="020F0502020204030204" pitchFamily="34" charset="0"/>
                        </a:rPr>
                        <a:t>ZMARRIED_PCT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households containing married couple,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-11.489</a:t>
                      </a:r>
                    </a:p>
                  </a:txBody>
                  <a:tcPr marL="7620" marR="7620" marT="7620" marB="0" anchor="b"/>
                </a:tc>
                <a:extLst>
                  <a:ext uri="{0D108BD9-81ED-4DB2-BD59-A6C34878D82A}">
                    <a16:rowId xmlns:a16="http://schemas.microsoft.com/office/drawing/2014/main" val="1106892223"/>
                  </a:ext>
                </a:extLst>
              </a:tr>
              <a:tr h="370840">
                <a:tc>
                  <a:txBody>
                    <a:bodyPr/>
                    <a:lstStyle/>
                    <a:p>
                      <a:pPr algn="l" fontAlgn="b"/>
                      <a:r>
                        <a:rPr lang="en-US" sz="1100" b="0" i="0" u="none" strike="noStrike">
                          <a:solidFill>
                            <a:srgbClr val="000000"/>
                          </a:solidFill>
                          <a:effectLst/>
                          <a:latin typeface="Calibri" panose="020F0502020204030204" pitchFamily="34" charset="0"/>
                        </a:rPr>
                        <a:t>ZMRPCT_VAL_RM</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Average home value per room relative to metro area,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-10.885</a:t>
                      </a:r>
                    </a:p>
                  </a:txBody>
                  <a:tcPr marL="7620" marR="7620" marT="7620" marB="0" anchor="b"/>
                </a:tc>
                <a:extLst>
                  <a:ext uri="{0D108BD9-81ED-4DB2-BD59-A6C34878D82A}">
                    <a16:rowId xmlns:a16="http://schemas.microsoft.com/office/drawing/2014/main" val="2275393729"/>
                  </a:ext>
                </a:extLst>
              </a:tr>
              <a:tr h="370840">
                <a:tc>
                  <a:txBody>
                    <a:bodyPr/>
                    <a:lstStyle/>
                    <a:p>
                      <a:pPr algn="l" fontAlgn="b"/>
                      <a:r>
                        <a:rPr lang="en-US" sz="1100" b="0" i="0" u="none" strike="noStrike">
                          <a:solidFill>
                            <a:srgbClr val="000000"/>
                          </a:solidFill>
                          <a:effectLst/>
                          <a:latin typeface="Calibri" panose="020F0502020204030204" pitchFamily="34" charset="0"/>
                        </a:rPr>
                        <a:t>ZNONFAM_PCT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households classified as non-family,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13.991</a:t>
                      </a:r>
                    </a:p>
                  </a:txBody>
                  <a:tcPr marL="7620" marR="7620" marT="7620" marB="0" anchor="b"/>
                </a:tc>
                <a:extLst>
                  <a:ext uri="{0D108BD9-81ED-4DB2-BD59-A6C34878D82A}">
                    <a16:rowId xmlns:a16="http://schemas.microsoft.com/office/drawing/2014/main" val="55839672"/>
                  </a:ext>
                </a:extLst>
              </a:tr>
              <a:tr h="370840">
                <a:tc>
                  <a:txBody>
                    <a:bodyPr/>
                    <a:lstStyle/>
                    <a:p>
                      <a:pPr algn="l" fontAlgn="b"/>
                      <a:r>
                        <a:rPr lang="en-US" sz="1100" b="0" i="0" u="none" strike="noStrike">
                          <a:solidFill>
                            <a:srgbClr val="000000"/>
                          </a:solidFill>
                          <a:effectLst/>
                          <a:latin typeface="Calibri" panose="020F0502020204030204" pitchFamily="34" charset="0"/>
                        </a:rPr>
                        <a:t>ZSQRT_MD_RETAX</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Median real estate tax paid, square root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-10.106</a:t>
                      </a:r>
                    </a:p>
                  </a:txBody>
                  <a:tcPr marL="7620" marR="7620" marT="7620" marB="0" anchor="b"/>
                </a:tc>
                <a:extLst>
                  <a:ext uri="{0D108BD9-81ED-4DB2-BD59-A6C34878D82A}">
                    <a16:rowId xmlns:a16="http://schemas.microsoft.com/office/drawing/2014/main" val="966609231"/>
                  </a:ext>
                </a:extLst>
              </a:tr>
              <a:tr h="370840">
                <a:tc>
                  <a:txBody>
                    <a:bodyPr/>
                    <a:lstStyle/>
                    <a:p>
                      <a:pPr algn="l" fontAlgn="b"/>
                      <a:r>
                        <a:rPr lang="en-US" sz="1100" b="0" i="0" u="none" strike="noStrike">
                          <a:solidFill>
                            <a:srgbClr val="000000"/>
                          </a:solidFill>
                          <a:effectLst/>
                          <a:latin typeface="Calibri" panose="020F0502020204030204" pitchFamily="34" charset="0"/>
                        </a:rPr>
                        <a:t>ZSQRT_MOVED1YR_PCT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households moving in past yearsquare root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12.721</a:t>
                      </a:r>
                    </a:p>
                  </a:txBody>
                  <a:tcPr marL="7620" marR="7620" marT="7620" marB="0" anchor="b"/>
                </a:tc>
                <a:extLst>
                  <a:ext uri="{0D108BD9-81ED-4DB2-BD59-A6C34878D82A}">
                    <a16:rowId xmlns:a16="http://schemas.microsoft.com/office/drawing/2014/main" val="2101163113"/>
                  </a:ext>
                </a:extLst>
              </a:tr>
              <a:tr h="370840">
                <a:tc>
                  <a:txBody>
                    <a:bodyPr/>
                    <a:lstStyle/>
                    <a:p>
                      <a:pPr algn="l" fontAlgn="b"/>
                      <a:r>
                        <a:rPr lang="en-US" sz="1100" b="0" i="0" u="none" strike="noStrike">
                          <a:solidFill>
                            <a:srgbClr val="000000"/>
                          </a:solidFill>
                          <a:effectLst/>
                          <a:latin typeface="Calibri" panose="020F0502020204030204" pitchFamily="34" charset="0"/>
                        </a:rPr>
                        <a:t>ZSQRT_SINGLEPARENT_PCT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households with unmarried parent and one or more child, square root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19.091</a:t>
                      </a:r>
                    </a:p>
                  </a:txBody>
                  <a:tcPr marL="7620" marR="7620" marT="7620" marB="0" anchor="b"/>
                </a:tc>
                <a:extLst>
                  <a:ext uri="{0D108BD9-81ED-4DB2-BD59-A6C34878D82A}">
                    <a16:rowId xmlns:a16="http://schemas.microsoft.com/office/drawing/2014/main" val="3609331652"/>
                  </a:ext>
                </a:extLst>
              </a:tr>
              <a:tr h="370840">
                <a:tc>
                  <a:txBody>
                    <a:bodyPr/>
                    <a:lstStyle/>
                    <a:p>
                      <a:pPr algn="l" fontAlgn="b"/>
                      <a:r>
                        <a:rPr lang="en-US" sz="1100" b="0" i="0" u="none" strike="noStrike">
                          <a:solidFill>
                            <a:srgbClr val="000000"/>
                          </a:solidFill>
                          <a:effectLst/>
                          <a:latin typeface="Calibri" panose="020F0502020204030204" pitchFamily="34" charset="0"/>
                        </a:rPr>
                        <a:t>ZSQRT_UNEMP_PCT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of workforce unemployed, square root transformed and standardized </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9.827</a:t>
                      </a:r>
                    </a:p>
                  </a:txBody>
                  <a:tcPr marL="7620" marR="7620" marT="7620" marB="0" anchor="b"/>
                </a:tc>
                <a:extLst>
                  <a:ext uri="{0D108BD9-81ED-4DB2-BD59-A6C34878D82A}">
                    <a16:rowId xmlns:a16="http://schemas.microsoft.com/office/drawing/2014/main" val="3320264280"/>
                  </a:ext>
                </a:extLst>
              </a:tr>
              <a:tr h="370840">
                <a:tc>
                  <a:txBody>
                    <a:bodyPr/>
                    <a:lstStyle/>
                    <a:p>
                      <a:pPr algn="l" fontAlgn="b"/>
                      <a:r>
                        <a:rPr lang="en-US" sz="1100" b="0" i="0" u="none" strike="noStrike">
                          <a:solidFill>
                            <a:srgbClr val="000000"/>
                          </a:solidFill>
                          <a:effectLst/>
                          <a:latin typeface="Calibri" panose="020F0502020204030204" pitchFamily="34" charset="0"/>
                        </a:rPr>
                        <a:t>ZSQRT_VACANT_PCT</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Pct. housing units vacant, square root transformed and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American Community Suvey (Census)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16.4</a:t>
                      </a:r>
                    </a:p>
                  </a:txBody>
                  <a:tcPr marL="7620" marR="7620" marT="7620" marB="0" anchor="b"/>
                </a:tc>
                <a:extLst>
                  <a:ext uri="{0D108BD9-81ED-4DB2-BD59-A6C34878D82A}">
                    <a16:rowId xmlns:a16="http://schemas.microsoft.com/office/drawing/2014/main" val="2725696873"/>
                  </a:ext>
                </a:extLst>
              </a:tr>
              <a:tr h="370840">
                <a:tc>
                  <a:txBody>
                    <a:bodyPr/>
                    <a:lstStyle/>
                    <a:p>
                      <a:pPr algn="l" fontAlgn="b"/>
                      <a:r>
                        <a:rPr lang="en-US" sz="1100" b="0" i="0" u="none" strike="noStrike">
                          <a:solidFill>
                            <a:srgbClr val="000000"/>
                          </a:solidFill>
                          <a:effectLst/>
                          <a:latin typeface="Calibri" panose="020F0502020204030204" pitchFamily="34" charset="0"/>
                        </a:rPr>
                        <a:t>ZUSRPCT_TOTAL_SC</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Nationally comparable school quality index, standardized</a:t>
                      </a:r>
                    </a:p>
                  </a:txBody>
                  <a:tcPr marL="7620" marR="7620" marT="7620" marB="0" anchor="b"/>
                </a:tc>
                <a:tc>
                  <a:txBody>
                    <a:bodyPr/>
                    <a:lstStyle/>
                    <a:p>
                      <a:pPr algn="l" fontAlgn="b"/>
                      <a:r>
                        <a:rPr lang="en-US" sz="1100" b="0" i="0" u="none" strike="noStrike">
                          <a:solidFill>
                            <a:srgbClr val="000000"/>
                          </a:solidFill>
                          <a:effectLst/>
                          <a:latin typeface="Calibri" panose="020F0502020204030204" pitchFamily="34" charset="0"/>
                        </a:rPr>
                        <a:t>National Center for Educational Statistics</a:t>
                      </a:r>
                    </a:p>
                  </a:txBody>
                  <a:tcPr marL="7620" marR="7620" marT="7620" marB="0" anchor="b"/>
                </a:tc>
                <a:tc>
                  <a:txBody>
                    <a:bodyPr/>
                    <a:lstStyle/>
                    <a:p>
                      <a:pPr algn="r" fontAlgn="b"/>
                      <a:r>
                        <a:rPr lang="en-US" sz="1100" b="0" i="0" u="none" strike="noStrike">
                          <a:solidFill>
                            <a:srgbClr val="000000"/>
                          </a:solidFill>
                          <a:effectLst/>
                          <a:latin typeface="Calibri" panose="020F0502020204030204" pitchFamily="34" charset="0"/>
                        </a:rPr>
                        <a:t>-12.851</a:t>
                      </a:r>
                    </a:p>
                  </a:txBody>
                  <a:tcPr marL="7620" marR="7620" marT="7620" marB="0" anchor="b"/>
                </a:tc>
                <a:extLst>
                  <a:ext uri="{0D108BD9-81ED-4DB2-BD59-A6C34878D82A}">
                    <a16:rowId xmlns:a16="http://schemas.microsoft.com/office/drawing/2014/main" val="1084320990"/>
                  </a:ext>
                </a:extLst>
              </a:tr>
            </a:tbl>
          </a:graphicData>
        </a:graphic>
      </p:graphicFrame>
    </p:spTree>
    <p:extLst>
      <p:ext uri="{BB962C8B-B14F-4D97-AF65-F5344CB8AC3E}">
        <p14:creationId xmlns:p14="http://schemas.microsoft.com/office/powerpoint/2010/main" val="335957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ction number">
            <a:extLst>
              <a:ext uri="{FF2B5EF4-FFF2-40B4-BE49-F238E27FC236}">
                <a16:creationId xmlns:a16="http://schemas.microsoft.com/office/drawing/2014/main" id="{9A4E8D51-E431-5E4B-47A2-138545D8F233}"/>
              </a:ext>
            </a:extLst>
          </p:cNvPr>
          <p:cNvSpPr>
            <a:spLocks noGrp="1"/>
          </p:cNvSpPr>
          <p:nvPr>
            <p:ph type="body" sz="quarter" idx="13"/>
          </p:nvPr>
        </p:nvSpPr>
        <p:spPr/>
        <p:txBody>
          <a:bodyPr/>
          <a:lstStyle/>
          <a:p>
            <a:r>
              <a:rPr lang="en-US">
                <a:solidFill>
                  <a:schemeClr val="tx1"/>
                </a:solidFill>
              </a:rPr>
              <a:t>03</a:t>
            </a:r>
          </a:p>
        </p:txBody>
      </p:sp>
      <p:sp>
        <p:nvSpPr>
          <p:cNvPr id="2" name="Title">
            <a:extLst>
              <a:ext uri="{FF2B5EF4-FFF2-40B4-BE49-F238E27FC236}">
                <a16:creationId xmlns:a16="http://schemas.microsoft.com/office/drawing/2014/main" id="{E718B135-E6DE-A85C-47D6-7060649B34BE}"/>
              </a:ext>
            </a:extLst>
          </p:cNvPr>
          <p:cNvSpPr>
            <a:spLocks noGrp="1"/>
          </p:cNvSpPr>
          <p:nvPr>
            <p:ph type="title"/>
          </p:nvPr>
        </p:nvSpPr>
        <p:spPr/>
        <p:txBody>
          <a:bodyPr/>
          <a:lstStyle/>
          <a:p>
            <a:r>
              <a:rPr lang="en-US" sz="5400">
                <a:solidFill>
                  <a:schemeClr val="tx1"/>
                </a:solidFill>
              </a:rPr>
              <a:t>Model Development</a:t>
            </a:r>
            <a:endParaRPr lang="en-US">
              <a:solidFill>
                <a:schemeClr val="tx1"/>
              </a:solidFill>
            </a:endParaRPr>
          </a:p>
        </p:txBody>
      </p:sp>
      <p:sp>
        <p:nvSpPr>
          <p:cNvPr id="3" name="Secondary header">
            <a:extLst>
              <a:ext uri="{FF2B5EF4-FFF2-40B4-BE49-F238E27FC236}">
                <a16:creationId xmlns:a16="http://schemas.microsoft.com/office/drawing/2014/main" id="{719D0343-259A-AB69-23BE-DFEE732894FF}"/>
              </a:ext>
            </a:extLst>
          </p:cNvPr>
          <p:cNvSpPr>
            <a:spLocks noGrp="1"/>
          </p:cNvSpPr>
          <p:nvPr>
            <p:ph type="body" idx="1"/>
          </p:nvPr>
        </p:nvSpPr>
        <p:spPr/>
        <p:txBody>
          <a:bodyPr/>
          <a:lstStyle/>
          <a:p>
            <a:pPr algn="ctr"/>
            <a:r>
              <a:rPr lang="en-US" sz="2400" err="1">
                <a:solidFill>
                  <a:schemeClr val="tx1"/>
                </a:solidFill>
                <a:latin typeface="Calibri" panose="020F0502020204030204"/>
              </a:rPr>
              <a:t>CrimeRisk</a:t>
            </a:r>
            <a:endParaRPr lang="en-US">
              <a:solidFill>
                <a:schemeClr val="tx1"/>
              </a:solidFill>
            </a:endParaRPr>
          </a:p>
        </p:txBody>
      </p:sp>
      <p:sp>
        <p:nvSpPr>
          <p:cNvPr id="5" name="Footer Placeholder 4">
            <a:extLst>
              <a:ext uri="{FF2B5EF4-FFF2-40B4-BE49-F238E27FC236}">
                <a16:creationId xmlns:a16="http://schemas.microsoft.com/office/drawing/2014/main" id="{01B8FB38-AD6C-26D3-5DF3-C21A44240406}"/>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AF93A538-9A80-D4B0-C356-0AF8026D4D94}"/>
              </a:ext>
            </a:extLst>
          </p:cNvPr>
          <p:cNvSpPr>
            <a:spLocks noGrp="1"/>
          </p:cNvSpPr>
          <p:nvPr>
            <p:ph type="sldNum" sz="quarter" idx="12"/>
          </p:nvPr>
        </p:nvSpPr>
        <p:spPr/>
        <p:txBody>
          <a:bodyPr/>
          <a:lstStyle/>
          <a:p>
            <a:fld id="{CEECFCA9-F77F-4627-B4FF-32A2978341AA}" type="slidenum">
              <a:rPr lang="en-US" smtClean="0"/>
              <a:pPr/>
              <a:t>8</a:t>
            </a:fld>
            <a:endParaRPr lang="en-US"/>
          </a:p>
        </p:txBody>
      </p:sp>
    </p:spTree>
    <p:extLst>
      <p:ext uri="{BB962C8B-B14F-4D97-AF65-F5344CB8AC3E}">
        <p14:creationId xmlns:p14="http://schemas.microsoft.com/office/powerpoint/2010/main" val="112562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7E6C7A0-4A57-5FDD-6EE9-37C14E2BEAE0}"/>
              </a:ext>
            </a:extLst>
          </p:cNvPr>
          <p:cNvSpPr>
            <a:spLocks noGrp="1"/>
          </p:cNvSpPr>
          <p:nvPr>
            <p:ph type="title"/>
          </p:nvPr>
        </p:nvSpPr>
        <p:spPr/>
        <p:txBody>
          <a:bodyPr/>
          <a:lstStyle/>
          <a:p>
            <a:r>
              <a:rPr lang="en-US" sz="3200"/>
              <a:t>Model Framework</a:t>
            </a:r>
            <a:endParaRPr lang="en-US"/>
          </a:p>
        </p:txBody>
      </p:sp>
      <p:sp>
        <p:nvSpPr>
          <p:cNvPr id="3" name="Content Placeholder 2">
            <a:extLst>
              <a:ext uri="{FF2B5EF4-FFF2-40B4-BE49-F238E27FC236}">
                <a16:creationId xmlns:a16="http://schemas.microsoft.com/office/drawing/2014/main" id="{81909E40-7B24-E12F-4A28-37F4C262301B}"/>
              </a:ext>
            </a:extLst>
          </p:cNvPr>
          <p:cNvSpPr>
            <a:spLocks noGrp="1"/>
          </p:cNvSpPr>
          <p:nvPr>
            <p:ph idx="1"/>
          </p:nvPr>
        </p:nvSpPr>
        <p:spPr>
          <a:xfrm>
            <a:off x="380498" y="2080991"/>
            <a:ext cx="10905340" cy="4253905"/>
          </a:xfrm>
        </p:spPr>
        <p:txBody>
          <a:bodyPr vert="horz" lIns="0" tIns="0" rIns="0" bIns="0" numCol="2" rtlCol="0" anchor="t">
            <a:normAutofit fontScale="92500" lnSpcReduction="20000"/>
          </a:bodyPr>
          <a:lstStyle/>
          <a:p>
            <a:pPr marL="285750" marR="0" indent="-285750">
              <a:lnSpc>
                <a:spcPct val="107000"/>
              </a:lnSpc>
              <a:spcBef>
                <a:spcPts val="0"/>
              </a:spcBef>
              <a:spcAft>
                <a:spcPts val="800"/>
              </a:spcAft>
              <a:buFont typeface="Arial" panose="020B0604020202020204" pitchFamily="34" charset="0"/>
              <a:buChar char="•"/>
            </a:pPr>
            <a:r>
              <a:rPr lang="en-US" sz="1800" b="1" kern="100">
                <a:effectLst/>
                <a:latin typeface="Calibri" panose="020F0502020204030204" pitchFamily="34" charset="0"/>
                <a:ea typeface="Calibri" panose="020F0502020204030204" pitchFamily="34" charset="0"/>
                <a:cs typeface="Times New Roman" panose="02020603050405020304" pitchFamily="18" charset="0"/>
              </a:rPr>
              <a:t>Proprietary relational database</a:t>
            </a:r>
          </a:p>
          <a:p>
            <a:pPr marL="515620" lvl="1" indent="-285750">
              <a:lnSpc>
                <a:spcPct val="10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A</a:t>
            </a:r>
            <a:r>
              <a:rPr lang="en-US" sz="1800" kern="100">
                <a:effectLst/>
                <a:latin typeface="Calibri" panose="020F0502020204030204" pitchFamily="34" charset="0"/>
                <a:ea typeface="Calibri" panose="020F0502020204030204" pitchFamily="34" charset="0"/>
                <a:cs typeface="Times New Roman" panose="02020603050405020304" pitchFamily="18" charset="0"/>
              </a:rPr>
              <a:t>ssociate crime incidences from 18,000+ local law enforcement agencies in the U.S. to the specific local communities the agency covers. </a:t>
            </a:r>
          </a:p>
          <a:p>
            <a:pPr marL="285750" lvl="1" indent="-285750">
              <a:lnSpc>
                <a:spcPct val="117000"/>
              </a:lnSpc>
              <a:spcBef>
                <a:spcPts val="0"/>
              </a:spcBef>
              <a:spcAft>
                <a:spcPts val="800"/>
              </a:spcAft>
            </a:pPr>
            <a:r>
              <a:rPr lang="en-US" sz="1800" b="1" kern="100">
                <a:latin typeface="Calibri" panose="020F0502020204030204" pitchFamily="34" charset="0"/>
                <a:ea typeface="Calibri" panose="020F0502020204030204" pitchFamily="34" charset="0"/>
                <a:cs typeface="Times New Roman" panose="02020603050405020304" pitchFamily="18" charset="0"/>
              </a:rPr>
              <a:t>Input crime data </a:t>
            </a:r>
          </a:p>
          <a:p>
            <a:pPr marL="512445" lvl="2" indent="-285750">
              <a:lnSpc>
                <a:spcPct val="11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Most recent 'Final, Non-Preliminary' data available as classified by the FBI. </a:t>
            </a:r>
          </a:p>
          <a:p>
            <a:pPr marL="512762" lvl="2" indent="-285750">
              <a:lnSpc>
                <a:spcPct val="11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Complete national coverage of reporting agencies.</a:t>
            </a:r>
          </a:p>
          <a:p>
            <a:pPr marL="285750" lvl="1" indent="-285750">
              <a:lnSpc>
                <a:spcPct val="117000"/>
              </a:lnSpc>
              <a:spcBef>
                <a:spcPts val="0"/>
              </a:spcBef>
              <a:spcAft>
                <a:spcPts val="800"/>
              </a:spcAft>
            </a:pPr>
            <a:r>
              <a:rPr lang="en-US" sz="1800" b="1" kern="100">
                <a:effectLst/>
                <a:latin typeface="Calibri" panose="020F0502020204030204" pitchFamily="34" charset="0"/>
                <a:ea typeface="Calibri" panose="020F0502020204030204" pitchFamily="34" charset="0"/>
                <a:cs typeface="Times New Roman" panose="02020603050405020304" pitchFamily="18" charset="0"/>
              </a:rPr>
              <a:t>Interpolated crime rates</a:t>
            </a:r>
            <a:endParaRPr lang="en-US" sz="1800" b="1" kern="100">
              <a:latin typeface="Calibri" panose="020F0502020204030204" pitchFamily="34" charset="0"/>
              <a:ea typeface="Calibri" panose="020F0502020204030204" pitchFamily="34" charset="0"/>
              <a:cs typeface="Times New Roman" panose="02020603050405020304" pitchFamily="18" charset="0"/>
            </a:endParaRPr>
          </a:p>
          <a:p>
            <a:pPr marL="512445" lvl="2" indent="-285750">
              <a:lnSpc>
                <a:spcPct val="11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In cases where agencies fail to report annual crime rates, interpolate from prior year reporting.</a:t>
            </a:r>
          </a:p>
          <a:p>
            <a:pPr marL="515620"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Interpolated crime rates are increased or decreased from prior years in proportion to changes at the state level.</a:t>
            </a:r>
          </a:p>
          <a:p>
            <a:pPr marL="742950" lvl="2" indent="-285750">
              <a:lnSpc>
                <a:spcPct val="107000"/>
              </a:lnSpc>
              <a:spcBef>
                <a:spcPts val="0"/>
              </a:spcBef>
              <a:spcAft>
                <a:spcPts val="800"/>
              </a:spcAf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800"/>
              </a:spcAft>
              <a:buFont typeface="Arial" panose="020B0604020202020204" pitchFamily="34" charset="0"/>
              <a:buChar char="•"/>
            </a:pPr>
            <a:r>
              <a:rPr lang="en-US" sz="1800" b="1" kern="100">
                <a:effectLst/>
                <a:latin typeface="Calibri" panose="020F0502020204030204" pitchFamily="34" charset="0"/>
                <a:ea typeface="Calibri" panose="020F0502020204030204" pitchFamily="34" charset="0"/>
                <a:cs typeface="Times New Roman" panose="02020603050405020304" pitchFamily="18" charset="0"/>
              </a:rPr>
              <a:t>Weighted Total Rate</a:t>
            </a:r>
          </a:p>
          <a:p>
            <a:pPr marL="515620"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Crime rates for seven specific crime types are combined into a total crime rate, weighted by the severity of each crime. </a:t>
            </a:r>
          </a:p>
          <a:p>
            <a:pPr marL="515620"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Severity is assumed to be inversely proportional to national crime rate per thousand residents of each crime type. The specific crimes included are homicide, rape, armed robbery, aggravated assault, burglary, larceny, and motor vehicle theft.</a:t>
            </a:r>
          </a:p>
          <a:p>
            <a:pPr marL="515620"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Normalizes the local rate to the expected national rate for each of the seven types of crime, and divides by 7, weighting the relative risk of each crime type equally. </a:t>
            </a:r>
          </a:p>
          <a:p>
            <a:pPr marR="0">
              <a:lnSpc>
                <a:spcPct val="107000"/>
              </a:lnSpc>
              <a:spcBef>
                <a:spcPts val="0"/>
              </a:spcBef>
              <a:spcAft>
                <a:spcPts val="800"/>
              </a:spcAf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7B11332A-E821-40CE-350A-B5D267389D62}"/>
              </a:ext>
            </a:extLst>
          </p:cNvPr>
          <p:cNvSpPr>
            <a:spLocks noGrp="1"/>
          </p:cNvSpPr>
          <p:nvPr>
            <p:ph type="ftr" sz="quarter" idx="11"/>
          </p:nvPr>
        </p:nvSpPr>
        <p:spPr/>
        <p:txBody>
          <a:bodyPr/>
          <a:lstStyle/>
          <a:p>
            <a:r>
              <a:rPr lang="en-US"/>
              <a:t>© 2025 CoreLogic, Inc.</a:t>
            </a:r>
          </a:p>
        </p:txBody>
      </p:sp>
      <p:sp>
        <p:nvSpPr>
          <p:cNvPr id="11" name="Slide Number Placeholder 10">
            <a:extLst>
              <a:ext uri="{FF2B5EF4-FFF2-40B4-BE49-F238E27FC236}">
                <a16:creationId xmlns:a16="http://schemas.microsoft.com/office/drawing/2014/main" id="{70217439-91FF-E5D2-71EC-477160AF0E52}"/>
              </a:ext>
            </a:extLst>
          </p:cNvPr>
          <p:cNvSpPr>
            <a:spLocks noGrp="1"/>
          </p:cNvSpPr>
          <p:nvPr>
            <p:ph type="sldNum" sz="quarter" idx="12"/>
          </p:nvPr>
        </p:nvSpPr>
        <p:spPr/>
        <p:txBody>
          <a:bodyPr/>
          <a:lstStyle/>
          <a:p>
            <a:fld id="{CEECFCA9-F77F-4627-B4FF-32A2978341AA}" type="slidenum">
              <a:rPr lang="en-US" smtClean="0"/>
              <a:t>9</a:t>
            </a:fld>
            <a:endParaRPr lang="en-US"/>
          </a:p>
        </p:txBody>
      </p:sp>
      <p:sp>
        <p:nvSpPr>
          <p:cNvPr id="5" name="subhead">
            <a:extLst>
              <a:ext uri="{FF2B5EF4-FFF2-40B4-BE49-F238E27FC236}">
                <a16:creationId xmlns:a16="http://schemas.microsoft.com/office/drawing/2014/main" id="{44EC11EF-A5A3-F313-F85F-5E9B17505AF0}"/>
              </a:ext>
            </a:extLst>
          </p:cNvPr>
          <p:cNvSpPr>
            <a:spLocks noGrp="1"/>
          </p:cNvSpPr>
          <p:nvPr>
            <p:ph type="body" sz="quarter" idx="4294967295"/>
          </p:nvPr>
        </p:nvSpPr>
        <p:spPr>
          <a:xfrm>
            <a:off x="380497" y="920750"/>
            <a:ext cx="11046328" cy="744538"/>
          </a:xfrm>
        </p:spPr>
        <p:txBody>
          <a:bodyPr/>
          <a:lstStyle/>
          <a:p>
            <a:r>
              <a:rPr lang="en-US" altLang="en-US" sz="1600"/>
              <a:t>Crime Risk</a:t>
            </a:r>
          </a:p>
          <a:p>
            <a:r>
              <a:rPr lang="en-US" sz="1800">
                <a:effectLst/>
                <a:latin typeface="Calibri" panose="020F0502020204030204" pitchFamily="34" charset="0"/>
                <a:ea typeface="Calibri" panose="020F0502020204030204" pitchFamily="34" charset="0"/>
                <a:cs typeface="Times New Roman" panose="02020603050405020304" pitchFamily="18" charset="0"/>
              </a:rPr>
              <a:t>Step 1: Establishment of agency level crime rates, and weighted total rate</a:t>
            </a:r>
            <a:endParaRPr lang="en-US"/>
          </a:p>
        </p:txBody>
      </p:sp>
    </p:spTree>
    <p:extLst>
      <p:ext uri="{BB962C8B-B14F-4D97-AF65-F5344CB8AC3E}">
        <p14:creationId xmlns:p14="http://schemas.microsoft.com/office/powerpoint/2010/main" val="2190787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7E6C7A0-4A57-5FDD-6EE9-37C14E2BEAE0}"/>
              </a:ext>
            </a:extLst>
          </p:cNvPr>
          <p:cNvSpPr>
            <a:spLocks noGrp="1"/>
          </p:cNvSpPr>
          <p:nvPr>
            <p:ph type="title"/>
          </p:nvPr>
        </p:nvSpPr>
        <p:spPr/>
        <p:txBody>
          <a:bodyPr/>
          <a:lstStyle/>
          <a:p>
            <a:r>
              <a:rPr lang="en-US" sz="3200"/>
              <a:t>Model Framework</a:t>
            </a:r>
            <a:endParaRPr lang="en-US"/>
          </a:p>
        </p:txBody>
      </p:sp>
      <p:sp>
        <p:nvSpPr>
          <p:cNvPr id="10" name="Footer Placeholder 9">
            <a:extLst>
              <a:ext uri="{FF2B5EF4-FFF2-40B4-BE49-F238E27FC236}">
                <a16:creationId xmlns:a16="http://schemas.microsoft.com/office/drawing/2014/main" id="{7B11332A-E821-40CE-350A-B5D267389D62}"/>
              </a:ext>
            </a:extLst>
          </p:cNvPr>
          <p:cNvSpPr>
            <a:spLocks noGrp="1"/>
          </p:cNvSpPr>
          <p:nvPr>
            <p:ph type="ftr" sz="quarter" idx="11"/>
          </p:nvPr>
        </p:nvSpPr>
        <p:spPr/>
        <p:txBody>
          <a:bodyPr/>
          <a:lstStyle/>
          <a:p>
            <a:r>
              <a:rPr lang="en-US"/>
              <a:t>© 2025 CoreLogic, Inc.</a:t>
            </a:r>
          </a:p>
        </p:txBody>
      </p:sp>
      <p:sp>
        <p:nvSpPr>
          <p:cNvPr id="11" name="Slide Number Placeholder 10">
            <a:extLst>
              <a:ext uri="{FF2B5EF4-FFF2-40B4-BE49-F238E27FC236}">
                <a16:creationId xmlns:a16="http://schemas.microsoft.com/office/drawing/2014/main" id="{70217439-91FF-E5D2-71EC-477160AF0E52}"/>
              </a:ext>
            </a:extLst>
          </p:cNvPr>
          <p:cNvSpPr>
            <a:spLocks noGrp="1"/>
          </p:cNvSpPr>
          <p:nvPr>
            <p:ph type="sldNum" sz="quarter" idx="12"/>
          </p:nvPr>
        </p:nvSpPr>
        <p:spPr/>
        <p:txBody>
          <a:bodyPr/>
          <a:lstStyle/>
          <a:p>
            <a:fld id="{CEECFCA9-F77F-4627-B4FF-32A2978341AA}" type="slidenum">
              <a:rPr lang="en-US" smtClean="0"/>
              <a:t>10</a:t>
            </a:fld>
            <a:endParaRPr lang="en-US"/>
          </a:p>
        </p:txBody>
      </p:sp>
      <p:sp>
        <p:nvSpPr>
          <p:cNvPr id="5" name="subhead">
            <a:extLst>
              <a:ext uri="{FF2B5EF4-FFF2-40B4-BE49-F238E27FC236}">
                <a16:creationId xmlns:a16="http://schemas.microsoft.com/office/drawing/2014/main" id="{44EC11EF-A5A3-F313-F85F-5E9B17505AF0}"/>
              </a:ext>
            </a:extLst>
          </p:cNvPr>
          <p:cNvSpPr>
            <a:spLocks noGrp="1"/>
          </p:cNvSpPr>
          <p:nvPr>
            <p:ph type="body" sz="quarter" idx="4294967295"/>
          </p:nvPr>
        </p:nvSpPr>
        <p:spPr>
          <a:xfrm>
            <a:off x="380497" y="920750"/>
            <a:ext cx="11046328" cy="744538"/>
          </a:xfrm>
        </p:spPr>
        <p:txBody>
          <a:bodyPr/>
          <a:lstStyle/>
          <a:p>
            <a:r>
              <a:rPr lang="en-US" altLang="en-US" sz="1600"/>
              <a:t>Crime Risk</a:t>
            </a:r>
          </a:p>
          <a:p>
            <a:r>
              <a:rPr lang="en-US" sz="1800">
                <a:effectLst/>
                <a:latin typeface="Calibri" panose="020F0502020204030204" pitchFamily="34" charset="0"/>
                <a:ea typeface="Calibri" panose="020F0502020204030204" pitchFamily="34" charset="0"/>
                <a:cs typeface="Times New Roman" panose="02020603050405020304" pitchFamily="18" charset="0"/>
              </a:rPr>
              <a:t>Step 2: Linear regression risk model prediction for Census Block Groups</a:t>
            </a:r>
            <a:endParaRPr lang="en-US" sz="1800">
              <a:solidFill>
                <a:srgbClr val="FF0000"/>
              </a:solidFill>
            </a:endParaRPr>
          </a:p>
        </p:txBody>
      </p:sp>
      <p:pic>
        <p:nvPicPr>
          <p:cNvPr id="8" name="Content Placeholder 7">
            <a:extLst>
              <a:ext uri="{FF2B5EF4-FFF2-40B4-BE49-F238E27FC236}">
                <a16:creationId xmlns:a16="http://schemas.microsoft.com/office/drawing/2014/main" id="{ABCF6E80-6103-F8DC-B09B-56476B695FE8}"/>
              </a:ext>
            </a:extLst>
          </p:cNvPr>
          <p:cNvPicPr>
            <a:picLocks noGrp="1" noChangeAspect="1"/>
          </p:cNvPicPr>
          <p:nvPr>
            <p:ph idx="1"/>
          </p:nvPr>
        </p:nvPicPr>
        <p:blipFill>
          <a:blip r:embed="rId2"/>
          <a:stretch>
            <a:fillRect/>
          </a:stretch>
        </p:blipFill>
        <p:spPr>
          <a:xfrm>
            <a:off x="3386918" y="1930978"/>
            <a:ext cx="5846285" cy="4536219"/>
          </a:xfrm>
        </p:spPr>
      </p:pic>
      <p:sp>
        <p:nvSpPr>
          <p:cNvPr id="9" name="Content Placeholder 2">
            <a:extLst>
              <a:ext uri="{FF2B5EF4-FFF2-40B4-BE49-F238E27FC236}">
                <a16:creationId xmlns:a16="http://schemas.microsoft.com/office/drawing/2014/main" id="{688454E1-1DE7-F134-2AB8-E7608EB65B05}"/>
              </a:ext>
            </a:extLst>
          </p:cNvPr>
          <p:cNvSpPr txBox="1">
            <a:spLocks/>
          </p:cNvSpPr>
          <p:nvPr/>
        </p:nvSpPr>
        <p:spPr>
          <a:xfrm>
            <a:off x="380497" y="2185631"/>
            <a:ext cx="5068958" cy="4128460"/>
          </a:xfrm>
          <a:prstGeom prst="rect">
            <a:avLst/>
          </a:prstGeom>
        </p:spPr>
        <p:txBody>
          <a:bodyPr vert="horz" lIns="0" tIns="0" rIns="0" bIns="0" numCol="2" rtlCol="0">
            <a:normAutofit/>
          </a:bodyPr>
          <a:lstStyle>
            <a:lvl1pPr marL="0" indent="0" algn="l" defTabSz="914400" rtl="0" eaLnBrk="1" latinLnBrk="0" hangingPunct="1">
              <a:lnSpc>
                <a:spcPct val="113000"/>
              </a:lnSpc>
              <a:spcBef>
                <a:spcPts val="700"/>
              </a:spcBef>
              <a:buFont typeface="Arial" panose="020B0604020202020204" pitchFamily="34" charset="0"/>
              <a:buNone/>
              <a:defRPr sz="1400" kern="1200">
                <a:solidFill>
                  <a:schemeClr val="tx1"/>
                </a:solidFill>
                <a:latin typeface="+mn-lt"/>
                <a:ea typeface="+mn-ea"/>
                <a:cs typeface="+mn-cs"/>
              </a:defRPr>
            </a:lvl1pPr>
            <a:lvl2pPr marL="230188" indent="-22860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2pPr>
            <a:lvl3pPr marL="457200" indent="-17145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3pPr>
            <a:lvl4pPr marL="687388" indent="-22860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3000"/>
              </a:lnSpc>
              <a:spcBef>
                <a:spcPts val="7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7000"/>
              </a:lnSpc>
              <a:spcBef>
                <a:spcPts val="0"/>
              </a:spcBef>
              <a:spcAft>
                <a:spcPts val="800"/>
              </a:spcAft>
              <a:buFont typeface="Arial" panose="020B0604020202020204" pitchFamily="34" charset="0"/>
              <a:buChar char="•"/>
            </a:pPr>
            <a:r>
              <a:rPr lang="en-US" sz="1800" b="1" kern="100">
                <a:latin typeface="Calibri" panose="020F0502020204030204" pitchFamily="34" charset="0"/>
                <a:ea typeface="Calibri" panose="020F0502020204030204" pitchFamily="34" charset="0"/>
                <a:cs typeface="Times New Roman" panose="02020603050405020304" pitchFamily="18" charset="0"/>
              </a:rPr>
              <a:t>Target Variable: </a:t>
            </a:r>
            <a:r>
              <a:rPr lang="en-US" sz="1800" kern="100">
                <a:latin typeface="Calibri" panose="020F0502020204030204" pitchFamily="34" charset="0"/>
                <a:ea typeface="Calibri" panose="020F0502020204030204" pitchFamily="34" charset="0"/>
                <a:cs typeface="Times New Roman" panose="02020603050405020304" pitchFamily="18" charset="0"/>
              </a:rPr>
              <a:t>Weighted Total Crime Rate (see previous slide)</a:t>
            </a:r>
          </a:p>
          <a:p>
            <a:pPr marL="515938" lvl="1" indent="-285750">
              <a:lnSpc>
                <a:spcPct val="10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Log transformation used in model</a:t>
            </a:r>
          </a:p>
        </p:txBody>
      </p:sp>
    </p:spTree>
    <p:extLst>
      <p:ext uri="{BB962C8B-B14F-4D97-AF65-F5344CB8AC3E}">
        <p14:creationId xmlns:p14="http://schemas.microsoft.com/office/powerpoint/2010/main" val="188491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7E6C7A0-4A57-5FDD-6EE9-37C14E2BEAE0}"/>
              </a:ext>
            </a:extLst>
          </p:cNvPr>
          <p:cNvSpPr>
            <a:spLocks noGrp="1"/>
          </p:cNvSpPr>
          <p:nvPr>
            <p:ph type="title"/>
          </p:nvPr>
        </p:nvSpPr>
        <p:spPr/>
        <p:txBody>
          <a:bodyPr/>
          <a:lstStyle/>
          <a:p>
            <a:r>
              <a:rPr lang="en-US" sz="3200"/>
              <a:t>Model Framework</a:t>
            </a:r>
            <a:endParaRPr lang="en-US"/>
          </a:p>
        </p:txBody>
      </p:sp>
      <p:sp>
        <p:nvSpPr>
          <p:cNvPr id="3" name="Content Placeholder 2">
            <a:extLst>
              <a:ext uri="{FF2B5EF4-FFF2-40B4-BE49-F238E27FC236}">
                <a16:creationId xmlns:a16="http://schemas.microsoft.com/office/drawing/2014/main" id="{81909E40-7B24-E12F-4A28-37F4C262301B}"/>
              </a:ext>
            </a:extLst>
          </p:cNvPr>
          <p:cNvSpPr>
            <a:spLocks noGrp="1"/>
          </p:cNvSpPr>
          <p:nvPr>
            <p:ph idx="1"/>
          </p:nvPr>
        </p:nvSpPr>
        <p:spPr>
          <a:xfrm>
            <a:off x="380497" y="2185631"/>
            <a:ext cx="11161742" cy="4128460"/>
          </a:xfrm>
        </p:spPr>
        <p:txBody>
          <a:bodyPr numCol="2">
            <a:normAutofit fontScale="92500" lnSpcReduction="20000"/>
          </a:bodyPr>
          <a:lstStyle/>
          <a:p>
            <a:pPr marL="285750" marR="0" indent="-285750">
              <a:lnSpc>
                <a:spcPct val="107000"/>
              </a:lnSpc>
              <a:spcBef>
                <a:spcPts val="0"/>
              </a:spcBef>
              <a:spcAft>
                <a:spcPts val="800"/>
              </a:spcAft>
              <a:buFont typeface="Arial" panose="020B0604020202020204" pitchFamily="34" charset="0"/>
              <a:buChar char="•"/>
            </a:pPr>
            <a:r>
              <a:rPr lang="en-US" sz="1800" b="1" kern="100">
                <a:effectLst/>
                <a:latin typeface="Calibri" panose="020F0502020204030204" pitchFamily="34" charset="0"/>
                <a:ea typeface="Calibri" panose="020F0502020204030204" pitchFamily="34" charset="0"/>
                <a:cs typeface="Times New Roman" panose="02020603050405020304" pitchFamily="18" charset="0"/>
              </a:rPr>
              <a:t>Target Variable: </a:t>
            </a:r>
            <a:r>
              <a:rPr lang="en-US" sz="1800" kern="100">
                <a:effectLst/>
                <a:latin typeface="Calibri" panose="020F0502020204030204" pitchFamily="34" charset="0"/>
                <a:ea typeface="Calibri" panose="020F0502020204030204" pitchFamily="34" charset="0"/>
                <a:cs typeface="Times New Roman" panose="02020603050405020304" pitchFamily="18" charset="0"/>
              </a:rPr>
              <a:t>Weighted Total Crime Rate (see previous slide)</a:t>
            </a:r>
          </a:p>
          <a:p>
            <a:pPr marL="285750" marR="0" indent="-285750">
              <a:lnSpc>
                <a:spcPct val="107000"/>
              </a:lnSpc>
              <a:spcBef>
                <a:spcPts val="0"/>
              </a:spcBef>
              <a:spcAft>
                <a:spcPts val="800"/>
              </a:spcAft>
              <a:buFont typeface="Arial" panose="020B0604020202020204" pitchFamily="34" charset="0"/>
              <a:buChar char="•"/>
            </a:pPr>
            <a:r>
              <a:rPr lang="en-US" sz="1800" b="1" kern="100">
                <a:latin typeface="Calibri" panose="020F0502020204030204" pitchFamily="34" charset="0"/>
                <a:ea typeface="Calibri" panose="020F0502020204030204" pitchFamily="34" charset="0"/>
                <a:cs typeface="Times New Roman" panose="02020603050405020304" pitchFamily="18" charset="0"/>
              </a:rPr>
              <a:t>Block Group Level Estimation:</a:t>
            </a:r>
          </a:p>
          <a:p>
            <a:pPr marL="515938"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Linear risk model used to down-scale crime </a:t>
            </a:r>
            <a:r>
              <a:rPr lang="en-US" sz="1800" kern="100">
                <a:latin typeface="Calibri" panose="020F0502020204030204" pitchFamily="34" charset="0"/>
                <a:ea typeface="Calibri" panose="020F0502020204030204" pitchFamily="34" charset="0"/>
                <a:cs typeface="Times New Roman" panose="02020603050405020304" pitchFamily="18" charset="0"/>
              </a:rPr>
              <a:t>risk from police agency to US Census Block Group level</a:t>
            </a:r>
          </a:p>
          <a:p>
            <a:pPr marL="515938" lvl="1" indent="-285750">
              <a:lnSpc>
                <a:spcPct val="10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Block Group level predicted total crime rates are adjusted so the population-weighted average crime rate is equal to the agency level crime rate from step 1 above.</a:t>
            </a:r>
          </a:p>
          <a:p>
            <a:pPr marL="285750" indent="-285750">
              <a:lnSpc>
                <a:spcPct val="107000"/>
              </a:lnSpc>
              <a:spcBef>
                <a:spcPts val="0"/>
              </a:spcBef>
              <a:spcAft>
                <a:spcPts val="800"/>
              </a:spcAft>
              <a:buFont typeface="Arial" panose="020B0604020202020204" pitchFamily="34" charset="0"/>
              <a:buChar char="•"/>
            </a:pPr>
            <a:r>
              <a:rPr lang="en-US" sz="1800" b="1" kern="100">
                <a:solidFill>
                  <a:srgbClr val="000000"/>
                </a:solidFill>
                <a:latin typeface="Calibri" panose="020F0502020204030204" pitchFamily="34" charset="0"/>
                <a:ea typeface="Calibri" panose="020F0502020204030204" pitchFamily="34" charset="0"/>
              </a:rPr>
              <a:t>Original Model Development:</a:t>
            </a:r>
          </a:p>
          <a:p>
            <a:pPr marL="515938" lvl="1" indent="-285750">
              <a:lnSpc>
                <a:spcPct val="107000"/>
              </a:lnSpc>
              <a:spcBef>
                <a:spcPts val="0"/>
              </a:spcBef>
              <a:spcAft>
                <a:spcPts val="800"/>
              </a:spcAft>
            </a:pPr>
            <a:r>
              <a:rPr lang="en-US" sz="1800" kern="100">
                <a:solidFill>
                  <a:srgbClr val="000000"/>
                </a:solidFill>
                <a:latin typeface="Calibri" panose="020F0502020204030204" pitchFamily="34" charset="0"/>
                <a:ea typeface="Calibri" panose="020F0502020204030204" pitchFamily="34" charset="0"/>
              </a:rPr>
              <a:t>Trained on 2016 agency level crime reporting</a:t>
            </a:r>
          </a:p>
          <a:p>
            <a:pPr marL="515938" lvl="1" indent="-285750">
              <a:lnSpc>
                <a:spcPct val="107000"/>
              </a:lnSpc>
              <a:spcBef>
                <a:spcPts val="0"/>
              </a:spcBef>
              <a:spcAft>
                <a:spcPts val="800"/>
              </a:spcAft>
            </a:pPr>
            <a:r>
              <a:rPr lang="en-US" sz="1800" kern="100">
                <a:solidFill>
                  <a:srgbClr val="000000"/>
                </a:solidFill>
                <a:latin typeface="Calibri" panose="020F0502020204030204" pitchFamily="34" charset="0"/>
                <a:ea typeface="Calibri" panose="020F0502020204030204" pitchFamily="34" charset="0"/>
              </a:rPr>
              <a:t>Original list of predictors created from literature review and limited to exclude information on race, ethnicity, language, gender, occupation and income level¹ </a:t>
            </a:r>
          </a:p>
          <a:p>
            <a:pPr marL="515938" lvl="1" indent="-285750">
              <a:lnSpc>
                <a:spcPct val="107000"/>
              </a:lnSpc>
              <a:spcBef>
                <a:spcPts val="0"/>
              </a:spcBef>
              <a:spcAft>
                <a:spcPts val="800"/>
              </a:spcAft>
            </a:pPr>
            <a:r>
              <a:rPr lang="en-US" sz="1800" kern="100">
                <a:solidFill>
                  <a:srgbClr val="000000"/>
                </a:solidFill>
                <a:latin typeface="Calibri" panose="020F0502020204030204" pitchFamily="34" charset="0"/>
                <a:ea typeface="Calibri" panose="020F0502020204030204" pitchFamily="34" charset="0"/>
              </a:rPr>
              <a:t>Variables operationalized from this list were included in a stepwise selection algorithm to create the baseline model.</a:t>
            </a:r>
          </a:p>
          <a:p>
            <a:pPr marL="515938" lvl="1" indent="-285750">
              <a:lnSpc>
                <a:spcPct val="107000"/>
              </a:lnSpc>
              <a:spcBef>
                <a:spcPts val="0"/>
              </a:spcBef>
              <a:spcAft>
                <a:spcPts val="800"/>
              </a:spcAft>
            </a:pPr>
            <a:r>
              <a:rPr lang="en-US" sz="1800" kern="100">
                <a:solidFill>
                  <a:srgbClr val="000000"/>
                </a:solidFill>
                <a:latin typeface="Calibri" panose="020F0502020204030204" pitchFamily="34" charset="0"/>
                <a:ea typeface="Calibri" panose="020F0502020204030204" pitchFamily="34" charset="0"/>
              </a:rPr>
              <a:t>Data transformations (e.g. log) to meet normality assumption </a:t>
            </a:r>
          </a:p>
          <a:p>
            <a:pPr marL="515938" lvl="1" indent="-285750">
              <a:lnSpc>
                <a:spcPct val="107000"/>
              </a:lnSpc>
              <a:spcBef>
                <a:spcPts val="0"/>
              </a:spcBef>
              <a:spcAft>
                <a:spcPts val="800"/>
              </a:spcAft>
            </a:pPr>
            <a:r>
              <a:rPr lang="en-US" sz="1800" b="1" kern="100">
                <a:solidFill>
                  <a:srgbClr val="000000"/>
                </a:solidFill>
                <a:latin typeface="Calibri" panose="020F0502020204030204" pitchFamily="34" charset="0"/>
                <a:ea typeface="Calibri" panose="020F0502020204030204" pitchFamily="34" charset="0"/>
              </a:rPr>
              <a:t>Annual Model Update:</a:t>
            </a:r>
          </a:p>
          <a:p>
            <a:pPr marL="742950" lvl="2" indent="-285750">
              <a:lnSpc>
                <a:spcPct val="107000"/>
              </a:lnSpc>
              <a:spcBef>
                <a:spcPts val="0"/>
              </a:spcBef>
              <a:spcAft>
                <a:spcPts val="800"/>
              </a:spcAft>
            </a:pPr>
            <a:r>
              <a:rPr lang="en-US" sz="1800" kern="100">
                <a:solidFill>
                  <a:srgbClr val="000000"/>
                </a:solidFill>
                <a:latin typeface="Calibri" panose="020F0502020204030204" pitchFamily="34" charset="0"/>
                <a:ea typeface="Calibri" panose="020F0502020204030204" pitchFamily="34" charset="0"/>
              </a:rPr>
              <a:t>Input data is refreshed annually and processed using a stable set of model coefficients.</a:t>
            </a:r>
          </a:p>
          <a:p>
            <a:pPr marL="742950" lvl="2" indent="-285750">
              <a:lnSpc>
                <a:spcPct val="107000"/>
              </a:lnSpc>
              <a:spcBef>
                <a:spcPts val="0"/>
              </a:spcBef>
              <a:spcAft>
                <a:spcPts val="800"/>
              </a:spcAft>
            </a:pPr>
            <a:r>
              <a:rPr lang="en-US" sz="1800" kern="100">
                <a:solidFill>
                  <a:srgbClr val="000000"/>
                </a:solidFill>
                <a:latin typeface="Calibri" panose="020F0502020204030204" pitchFamily="34" charset="0"/>
                <a:ea typeface="Calibri" panose="020F0502020204030204" pitchFamily="34" charset="0"/>
              </a:rPr>
              <a:t>No annual model retraining occurs</a:t>
            </a:r>
            <a:r>
              <a:rPr lang="en-US" sz="1800" kern="100">
                <a:latin typeface="Calibri" panose="020F0502020204030204" pitchFamily="34" charset="0"/>
                <a:ea typeface="Calibri" panose="020F0502020204030204" pitchFamily="34" charset="0"/>
              </a:rPr>
              <a:t> unless requested</a:t>
            </a:r>
          </a:p>
          <a:p>
            <a:pPr marL="515938" lvl="1" indent="-285750">
              <a:lnSpc>
                <a:spcPct val="107000"/>
              </a:lnSpc>
              <a:spcBef>
                <a:spcPts val="0"/>
              </a:spcBef>
              <a:spcAft>
                <a:spcPts val="800"/>
              </a:spcAft>
            </a:pPr>
            <a:r>
              <a:rPr lang="en-US" sz="1800" b="1" kern="100">
                <a:solidFill>
                  <a:srgbClr val="000000"/>
                </a:solidFill>
                <a:highlight>
                  <a:srgbClr val="FFFF00"/>
                </a:highlight>
                <a:latin typeface="Calibri" panose="020F0502020204030204" pitchFamily="34" charset="0"/>
                <a:ea typeface="Calibri" panose="020F0502020204030204" pitchFamily="34" charset="0"/>
              </a:rPr>
              <a:t>2025 Model Retrain:</a:t>
            </a:r>
          </a:p>
          <a:p>
            <a:pPr marL="742950" lvl="2" indent="-285750">
              <a:lnSpc>
                <a:spcPct val="107000"/>
              </a:lnSpc>
              <a:spcBef>
                <a:spcPts val="0"/>
              </a:spcBef>
              <a:spcAft>
                <a:spcPts val="800"/>
              </a:spcAft>
            </a:pPr>
            <a:r>
              <a:rPr lang="en-US" sz="1800" kern="100">
                <a:solidFill>
                  <a:srgbClr val="000000"/>
                </a:solidFill>
                <a:highlight>
                  <a:srgbClr val="FFFF00"/>
                </a:highlight>
                <a:latin typeface="Calibri" panose="020F0502020204030204" pitchFamily="34" charset="0"/>
                <a:ea typeface="Calibri" panose="020F0502020204030204" pitchFamily="34" charset="0"/>
              </a:rPr>
              <a:t>Removal of four variables as requested by Governance</a:t>
            </a:r>
          </a:p>
          <a:p>
            <a:pPr marL="742950" lvl="2" indent="-285750">
              <a:lnSpc>
                <a:spcPct val="107000"/>
              </a:lnSpc>
              <a:spcBef>
                <a:spcPts val="0"/>
              </a:spcBef>
              <a:spcAft>
                <a:spcPts val="800"/>
              </a:spcAft>
            </a:pPr>
            <a:r>
              <a:rPr lang="en-US" sz="1800" kern="100">
                <a:solidFill>
                  <a:srgbClr val="000000"/>
                </a:solidFill>
                <a:highlight>
                  <a:srgbClr val="FFFF00"/>
                </a:highlight>
                <a:latin typeface="Calibri" panose="020F0502020204030204" pitchFamily="34" charset="0"/>
                <a:ea typeface="Calibri" panose="020F0502020204030204" pitchFamily="34" charset="0"/>
              </a:rPr>
              <a:t>Addition of four replacement variables</a:t>
            </a:r>
          </a:p>
          <a:p>
            <a:pPr marL="742950" lvl="2" indent="-285750">
              <a:lnSpc>
                <a:spcPct val="107000"/>
              </a:lnSpc>
              <a:spcBef>
                <a:spcPts val="0"/>
              </a:spcBef>
              <a:spcAft>
                <a:spcPts val="800"/>
              </a:spcAft>
            </a:pPr>
            <a:r>
              <a:rPr lang="en-US" sz="1800" kern="100">
                <a:solidFill>
                  <a:srgbClr val="000000"/>
                </a:solidFill>
                <a:highlight>
                  <a:srgbClr val="FFFF00"/>
                </a:highlight>
                <a:latin typeface="Calibri" panose="020F0502020204030204" pitchFamily="34" charset="0"/>
                <a:ea typeface="Calibri" panose="020F0502020204030204" pitchFamily="34" charset="0"/>
              </a:rPr>
              <a:t>Ridge Regression estimation to reduce overfitting</a:t>
            </a:r>
          </a:p>
          <a:p>
            <a:pPr marL="742950" lvl="2" indent="-285750">
              <a:lnSpc>
                <a:spcPct val="107000"/>
              </a:lnSpc>
              <a:spcBef>
                <a:spcPts val="0"/>
              </a:spcBef>
              <a:spcAft>
                <a:spcPts val="800"/>
              </a:spcAft>
            </a:pPr>
            <a:r>
              <a:rPr lang="en-US" sz="1800" kern="100">
                <a:solidFill>
                  <a:srgbClr val="000000"/>
                </a:solidFill>
                <a:highlight>
                  <a:srgbClr val="FFFF00"/>
                </a:highlight>
                <a:latin typeface="Calibri" panose="020F0502020204030204" pitchFamily="34" charset="0"/>
                <a:ea typeface="Calibri" panose="020F0502020204030204" pitchFamily="34" charset="0"/>
              </a:rPr>
              <a:t>80/20 Train/Test split</a:t>
            </a:r>
          </a:p>
          <a:p>
            <a:pPr marL="742950" lvl="2" indent="-285750">
              <a:lnSpc>
                <a:spcPct val="107000"/>
              </a:lnSpc>
              <a:spcBef>
                <a:spcPts val="0"/>
              </a:spcBef>
              <a:spcAft>
                <a:spcPts val="800"/>
              </a:spcAft>
            </a:pPr>
            <a:r>
              <a:rPr lang="en-US" sz="1800" kern="100">
                <a:solidFill>
                  <a:srgbClr val="000000"/>
                </a:solidFill>
                <a:highlight>
                  <a:srgbClr val="FFFF00"/>
                </a:highlight>
                <a:latin typeface="Calibri" panose="020F0502020204030204" pitchFamily="34" charset="0"/>
                <a:ea typeface="Calibri" panose="020F0502020204030204" pitchFamily="34" charset="0"/>
              </a:rPr>
              <a:t>Trained on 2024 agency level crime reporting</a:t>
            </a:r>
          </a:p>
        </p:txBody>
      </p:sp>
      <p:sp>
        <p:nvSpPr>
          <p:cNvPr id="10" name="Footer Placeholder 9">
            <a:extLst>
              <a:ext uri="{FF2B5EF4-FFF2-40B4-BE49-F238E27FC236}">
                <a16:creationId xmlns:a16="http://schemas.microsoft.com/office/drawing/2014/main" id="{7B11332A-E821-40CE-350A-B5D267389D62}"/>
              </a:ext>
            </a:extLst>
          </p:cNvPr>
          <p:cNvSpPr>
            <a:spLocks noGrp="1"/>
          </p:cNvSpPr>
          <p:nvPr>
            <p:ph type="ftr" sz="quarter" idx="11"/>
          </p:nvPr>
        </p:nvSpPr>
        <p:spPr/>
        <p:txBody>
          <a:bodyPr/>
          <a:lstStyle/>
          <a:p>
            <a:r>
              <a:rPr lang="en-US"/>
              <a:t>© 2025 CoreLogic, Inc.</a:t>
            </a:r>
          </a:p>
        </p:txBody>
      </p:sp>
      <p:sp>
        <p:nvSpPr>
          <p:cNvPr id="11" name="Slide Number Placeholder 10">
            <a:extLst>
              <a:ext uri="{FF2B5EF4-FFF2-40B4-BE49-F238E27FC236}">
                <a16:creationId xmlns:a16="http://schemas.microsoft.com/office/drawing/2014/main" id="{70217439-91FF-E5D2-71EC-477160AF0E52}"/>
              </a:ext>
            </a:extLst>
          </p:cNvPr>
          <p:cNvSpPr>
            <a:spLocks noGrp="1"/>
          </p:cNvSpPr>
          <p:nvPr>
            <p:ph type="sldNum" sz="quarter" idx="12"/>
          </p:nvPr>
        </p:nvSpPr>
        <p:spPr/>
        <p:txBody>
          <a:bodyPr/>
          <a:lstStyle/>
          <a:p>
            <a:fld id="{CEECFCA9-F77F-4627-B4FF-32A2978341AA}" type="slidenum">
              <a:rPr lang="en-US" smtClean="0"/>
              <a:t>11</a:t>
            </a:fld>
            <a:endParaRPr lang="en-US"/>
          </a:p>
        </p:txBody>
      </p:sp>
      <p:sp>
        <p:nvSpPr>
          <p:cNvPr id="5" name="subhead">
            <a:extLst>
              <a:ext uri="{FF2B5EF4-FFF2-40B4-BE49-F238E27FC236}">
                <a16:creationId xmlns:a16="http://schemas.microsoft.com/office/drawing/2014/main" id="{44EC11EF-A5A3-F313-F85F-5E9B17505AF0}"/>
              </a:ext>
            </a:extLst>
          </p:cNvPr>
          <p:cNvSpPr>
            <a:spLocks noGrp="1"/>
          </p:cNvSpPr>
          <p:nvPr>
            <p:ph type="body" sz="quarter" idx="4294967295"/>
          </p:nvPr>
        </p:nvSpPr>
        <p:spPr>
          <a:xfrm>
            <a:off x="380497" y="920750"/>
            <a:ext cx="11046328" cy="744538"/>
          </a:xfrm>
        </p:spPr>
        <p:txBody>
          <a:bodyPr/>
          <a:lstStyle/>
          <a:p>
            <a:r>
              <a:rPr lang="en-US" altLang="en-US" sz="1600"/>
              <a:t>Crime Risk</a:t>
            </a:r>
          </a:p>
          <a:p>
            <a:r>
              <a:rPr lang="en-US" sz="1800">
                <a:effectLst/>
                <a:latin typeface="Calibri" panose="020F0502020204030204" pitchFamily="34" charset="0"/>
                <a:ea typeface="Calibri" panose="020F0502020204030204" pitchFamily="34" charset="0"/>
                <a:cs typeface="Times New Roman" panose="02020603050405020304" pitchFamily="18" charset="0"/>
              </a:rPr>
              <a:t>Step 2: Linear regression risk model prediction for Census Block Groups</a:t>
            </a:r>
            <a:endParaRPr lang="en-US">
              <a:solidFill>
                <a:srgbClr val="FF0000"/>
              </a:solidFill>
            </a:endParaRPr>
          </a:p>
        </p:txBody>
      </p:sp>
    </p:spTree>
    <p:extLst>
      <p:ext uri="{BB962C8B-B14F-4D97-AF65-F5344CB8AC3E}">
        <p14:creationId xmlns:p14="http://schemas.microsoft.com/office/powerpoint/2010/main" val="3736573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EC92-8850-80D6-1265-68067E437298}"/>
              </a:ext>
            </a:extLst>
          </p:cNvPr>
          <p:cNvSpPr>
            <a:spLocks noGrp="1"/>
          </p:cNvSpPr>
          <p:nvPr>
            <p:ph type="title"/>
          </p:nvPr>
        </p:nvSpPr>
        <p:spPr/>
        <p:txBody>
          <a:bodyPr/>
          <a:lstStyle/>
          <a:p>
            <a:r>
              <a:rPr lang="en-US" sz="3200"/>
              <a:t>Model Data Sources (input)</a:t>
            </a:r>
            <a:endParaRPr lang="en-US"/>
          </a:p>
        </p:txBody>
      </p:sp>
      <p:sp>
        <p:nvSpPr>
          <p:cNvPr id="3" name="Text Placeholder 2">
            <a:extLst>
              <a:ext uri="{FF2B5EF4-FFF2-40B4-BE49-F238E27FC236}">
                <a16:creationId xmlns:a16="http://schemas.microsoft.com/office/drawing/2014/main" id="{DE473949-73A0-E2A7-3ACB-DCABAFC01B4C}"/>
              </a:ext>
            </a:extLst>
          </p:cNvPr>
          <p:cNvSpPr>
            <a:spLocks noGrp="1"/>
          </p:cNvSpPr>
          <p:nvPr>
            <p:ph type="body" sz="quarter" idx="13"/>
          </p:nvPr>
        </p:nvSpPr>
        <p:spPr/>
        <p:txBody>
          <a:bodyPr/>
          <a:lstStyle/>
          <a:p>
            <a:r>
              <a:rPr lang="en-US" altLang="en-US" sz="1600" err="1"/>
              <a:t>CrimeRisk</a:t>
            </a:r>
            <a:r>
              <a:rPr lang="en-US" altLang="en-US" sz="1600"/>
              <a:t> predictors </a:t>
            </a:r>
            <a:r>
              <a:rPr lang="en-US" altLang="en-US"/>
              <a:t>flagged for removal and proposed additions</a:t>
            </a:r>
            <a:endParaRPr lang="en-US"/>
          </a:p>
        </p:txBody>
      </p:sp>
      <p:sp>
        <p:nvSpPr>
          <p:cNvPr id="5" name="Content Placeholder 4">
            <a:extLst>
              <a:ext uri="{FF2B5EF4-FFF2-40B4-BE49-F238E27FC236}">
                <a16:creationId xmlns:a16="http://schemas.microsoft.com/office/drawing/2014/main" id="{858DB8E4-055E-7BE3-EA97-88EEEDF893DE}"/>
              </a:ext>
            </a:extLst>
          </p:cNvPr>
          <p:cNvSpPr>
            <a:spLocks noGrp="1"/>
          </p:cNvSpPr>
          <p:nvPr>
            <p:ph idx="1"/>
          </p:nvPr>
        </p:nvSpPr>
        <p:spPr/>
        <p:txBody>
          <a:bodyPr/>
          <a:lstStyle/>
          <a:p>
            <a:pPr defTabSz="457200">
              <a:lnSpc>
                <a:spcPct val="100000"/>
              </a:lnSpc>
              <a:spcBef>
                <a:spcPts val="0"/>
              </a:spcBef>
              <a:buClrTx/>
              <a:defRPr/>
            </a:pPr>
            <a:r>
              <a:rPr lang="en-US" sz="1800">
                <a:solidFill>
                  <a:srgbClr val="000000"/>
                </a:solidFill>
                <a:latin typeface="Calibri" panose="020F0502020204030204"/>
              </a:rPr>
              <a:t>Model Inputs: </a:t>
            </a:r>
          </a:p>
          <a:p>
            <a:pPr marL="1588" lvl="1" indent="0" defTabSz="457200">
              <a:lnSpc>
                <a:spcPct val="100000"/>
              </a:lnSpc>
              <a:spcBef>
                <a:spcPts val="0"/>
              </a:spcBef>
              <a:buNone/>
              <a:defRPr/>
            </a:pPr>
            <a:endParaRPr lang="en-US"/>
          </a:p>
        </p:txBody>
      </p:sp>
      <p:sp>
        <p:nvSpPr>
          <p:cNvPr id="6" name="Footer Placeholder 5">
            <a:extLst>
              <a:ext uri="{FF2B5EF4-FFF2-40B4-BE49-F238E27FC236}">
                <a16:creationId xmlns:a16="http://schemas.microsoft.com/office/drawing/2014/main" id="{ED7C60FC-279B-0B02-9BF7-2A72896F3403}"/>
              </a:ext>
            </a:extLst>
          </p:cNvPr>
          <p:cNvSpPr>
            <a:spLocks noGrp="1"/>
          </p:cNvSpPr>
          <p:nvPr>
            <p:ph type="ftr" sz="quarter" idx="11"/>
          </p:nvPr>
        </p:nvSpPr>
        <p:spPr/>
        <p:txBody>
          <a:bodyPr/>
          <a:lstStyle/>
          <a:p>
            <a:r>
              <a:rPr lang="en-US"/>
              <a:t>© 2025 CoreLogic, Inc.</a:t>
            </a:r>
          </a:p>
        </p:txBody>
      </p:sp>
      <p:sp>
        <p:nvSpPr>
          <p:cNvPr id="7" name="Slide Number Placeholder 6">
            <a:extLst>
              <a:ext uri="{FF2B5EF4-FFF2-40B4-BE49-F238E27FC236}">
                <a16:creationId xmlns:a16="http://schemas.microsoft.com/office/drawing/2014/main" id="{14DB72CD-54E6-7F07-40DA-C31875C21362}"/>
              </a:ext>
            </a:extLst>
          </p:cNvPr>
          <p:cNvSpPr>
            <a:spLocks noGrp="1"/>
          </p:cNvSpPr>
          <p:nvPr>
            <p:ph type="sldNum" sz="quarter" idx="12"/>
          </p:nvPr>
        </p:nvSpPr>
        <p:spPr/>
        <p:txBody>
          <a:bodyPr/>
          <a:lstStyle/>
          <a:p>
            <a:fld id="{CEECFCA9-F77F-4627-B4FF-32A2978341AA}" type="slidenum">
              <a:rPr lang="en-US" smtClean="0"/>
              <a:t>12</a:t>
            </a:fld>
            <a:endParaRPr lang="en-US"/>
          </a:p>
        </p:txBody>
      </p:sp>
      <p:graphicFrame>
        <p:nvGraphicFramePr>
          <p:cNvPr id="8" name="Table 2">
            <a:extLst>
              <a:ext uri="{FF2B5EF4-FFF2-40B4-BE49-F238E27FC236}">
                <a16:creationId xmlns:a16="http://schemas.microsoft.com/office/drawing/2014/main" id="{07849D5F-8D9D-A051-2A90-A69666B665AD}"/>
              </a:ext>
            </a:extLst>
          </p:cNvPr>
          <p:cNvGraphicFramePr>
            <a:graphicFrameLocks/>
          </p:cNvGraphicFramePr>
          <p:nvPr>
            <p:extLst>
              <p:ext uri="{D42A27DB-BD31-4B8C-83A1-F6EECF244321}">
                <p14:modId xmlns:p14="http://schemas.microsoft.com/office/powerpoint/2010/main" val="546903975"/>
              </p:ext>
            </p:extLst>
          </p:nvPr>
        </p:nvGraphicFramePr>
        <p:xfrm>
          <a:off x="1916902" y="1542679"/>
          <a:ext cx="8354463" cy="4198620"/>
        </p:xfrm>
        <a:graphic>
          <a:graphicData uri="http://schemas.openxmlformats.org/drawingml/2006/table">
            <a:tbl>
              <a:tblPr firstRow="1" bandRow="1">
                <a:tableStyleId>{073A0DAA-6AF3-43AB-8588-CEC1D06C72B9}</a:tableStyleId>
              </a:tblPr>
              <a:tblGrid>
                <a:gridCol w="2118455">
                  <a:extLst>
                    <a:ext uri="{9D8B030D-6E8A-4147-A177-3AD203B41FA5}">
                      <a16:colId xmlns:a16="http://schemas.microsoft.com/office/drawing/2014/main" val="1743430607"/>
                    </a:ext>
                  </a:extLst>
                </a:gridCol>
                <a:gridCol w="2531097">
                  <a:extLst>
                    <a:ext uri="{9D8B030D-6E8A-4147-A177-3AD203B41FA5}">
                      <a16:colId xmlns:a16="http://schemas.microsoft.com/office/drawing/2014/main" val="2304954694"/>
                    </a:ext>
                  </a:extLst>
                </a:gridCol>
                <a:gridCol w="1808122">
                  <a:extLst>
                    <a:ext uri="{9D8B030D-6E8A-4147-A177-3AD203B41FA5}">
                      <a16:colId xmlns:a16="http://schemas.microsoft.com/office/drawing/2014/main" val="3125483188"/>
                    </a:ext>
                  </a:extLst>
                </a:gridCol>
                <a:gridCol w="1896789">
                  <a:extLst>
                    <a:ext uri="{9D8B030D-6E8A-4147-A177-3AD203B41FA5}">
                      <a16:colId xmlns:a16="http://schemas.microsoft.com/office/drawing/2014/main" val="457860270"/>
                    </a:ext>
                  </a:extLst>
                </a:gridCol>
              </a:tblGrid>
              <a:tr h="370840">
                <a:tc>
                  <a:txBody>
                    <a:bodyPr/>
                    <a:lstStyle/>
                    <a:p>
                      <a:r>
                        <a:rPr lang="en-US" sz="800" b="1" kern="1200">
                          <a:solidFill>
                            <a:schemeClr val="lt1"/>
                          </a:solidFill>
                        </a:rPr>
                        <a:t>Variable Name</a:t>
                      </a:r>
                      <a:endParaRPr lang="en-US" sz="800" b="1" kern="1200">
                        <a:solidFill>
                          <a:schemeClr val="lt1"/>
                        </a:solidFill>
                        <a:latin typeface="+mn-lt"/>
                        <a:ea typeface="+mn-ea"/>
                        <a:cs typeface="+mn-cs"/>
                      </a:endParaRPr>
                    </a:p>
                  </a:txBody>
                  <a:tcPr/>
                </a:tc>
                <a:tc>
                  <a:txBody>
                    <a:bodyPr/>
                    <a:lstStyle/>
                    <a:p>
                      <a:r>
                        <a:rPr lang="en-US" sz="800" b="1" kern="1200">
                          <a:solidFill>
                            <a:schemeClr val="lt1"/>
                          </a:solidFill>
                        </a:rPr>
                        <a:t>Variable Definition</a:t>
                      </a:r>
                      <a:endParaRPr lang="en-US" sz="800" b="1" kern="1200">
                        <a:solidFill>
                          <a:schemeClr val="lt1"/>
                        </a:solidFill>
                        <a:latin typeface="+mn-lt"/>
                        <a:ea typeface="+mn-ea"/>
                        <a:cs typeface="+mn-cs"/>
                      </a:endParaRPr>
                    </a:p>
                  </a:txBody>
                  <a:tcPr/>
                </a:tc>
                <a:tc>
                  <a:txBody>
                    <a:bodyPr/>
                    <a:lstStyle/>
                    <a:p>
                      <a:r>
                        <a:rPr lang="en-US" sz="800" b="1" kern="1200">
                          <a:solidFill>
                            <a:schemeClr val="lt1"/>
                          </a:solidFill>
                        </a:rPr>
                        <a:t>Data Source</a:t>
                      </a:r>
                      <a:endParaRPr lang="en-US" sz="800" b="1" kern="1200">
                        <a:solidFill>
                          <a:schemeClr val="lt1"/>
                        </a:solidFill>
                        <a:latin typeface="+mn-lt"/>
                        <a:ea typeface="+mn-ea"/>
                        <a:cs typeface="+mn-cs"/>
                      </a:endParaRPr>
                    </a:p>
                  </a:txBody>
                  <a:tcPr/>
                </a:tc>
                <a:tc>
                  <a:txBody>
                    <a:bodyPr/>
                    <a:lstStyle/>
                    <a:p>
                      <a:r>
                        <a:rPr lang="en-US" sz="800" b="1" kern="1200">
                          <a:solidFill>
                            <a:schemeClr val="lt1"/>
                          </a:solidFill>
                        </a:rPr>
                        <a:t>Action</a:t>
                      </a:r>
                      <a:endParaRPr lang="en-US" sz="800" b="1" kern="1200">
                        <a:solidFill>
                          <a:schemeClr val="lt1"/>
                        </a:solidFill>
                        <a:latin typeface="+mn-lt"/>
                        <a:ea typeface="+mn-ea"/>
                        <a:cs typeface="+mn-cs"/>
                      </a:endParaRPr>
                    </a:p>
                  </a:txBody>
                  <a:tcPr/>
                </a:tc>
                <a:extLst>
                  <a:ext uri="{0D108BD9-81ED-4DB2-BD59-A6C34878D82A}">
                    <a16:rowId xmlns:a16="http://schemas.microsoft.com/office/drawing/2014/main" val="2874345011"/>
                  </a:ext>
                </a:extLst>
              </a:tr>
              <a:tr h="370840">
                <a:tc>
                  <a:txBody>
                    <a:bodyPr/>
                    <a:lstStyle/>
                    <a:p>
                      <a:pPr marL="0" algn="l" defTabSz="914400" rtl="0" eaLnBrk="1" fontAlgn="b" latinLnBrk="0" hangingPunct="1"/>
                      <a:r>
                        <a:rPr lang="en-US" sz="1050" b="0" u="none" strike="noStrike" kern="1200">
                          <a:solidFill>
                            <a:srgbClr val="000000"/>
                          </a:solidFill>
                          <a:effectLst/>
                          <a:latin typeface="+mn-lt"/>
                          <a:ea typeface="+mn-ea"/>
                          <a:cs typeface="+mn-cs"/>
                        </a:rPr>
                        <a:t>ZLG10_GRANDKIDS_PCT</a:t>
                      </a:r>
                    </a:p>
                  </a:txBody>
                  <a:tcPr marL="7620" marR="7620" marT="7620" marB="0" anchor="b">
                    <a:solidFill>
                      <a:schemeClr val="accent2">
                        <a:lumMod val="20000"/>
                        <a:lumOff val="80000"/>
                      </a:schemeClr>
                    </a:solidFill>
                  </a:tcPr>
                </a:tc>
                <a:tc>
                  <a:txBody>
                    <a:bodyPr/>
                    <a:lstStyle/>
                    <a:p>
                      <a:pPr marL="0" algn="l" defTabSz="914400" rtl="0" eaLnBrk="1" fontAlgn="b" latinLnBrk="0" hangingPunct="1"/>
                      <a:r>
                        <a:rPr lang="en-US" sz="1050" b="0" u="none" strike="noStrike" kern="1200">
                          <a:solidFill>
                            <a:srgbClr val="000000"/>
                          </a:solidFill>
                          <a:effectLst/>
                          <a:latin typeface="+mn-lt"/>
                          <a:ea typeface="+mn-ea"/>
                          <a:cs typeface="+mn-cs"/>
                        </a:rPr>
                        <a:t>Pct. of children living with grandparent not parent, log transformed and standardized</a:t>
                      </a:r>
                    </a:p>
                  </a:txBody>
                  <a:tcPr marL="7620" marR="7620" marT="7620" marB="0" anchor="b">
                    <a:solidFill>
                      <a:schemeClr val="accent2">
                        <a:lumMod val="20000"/>
                        <a:lumOff val="80000"/>
                      </a:schemeClr>
                    </a:solidFill>
                  </a:tcPr>
                </a:tc>
                <a:tc>
                  <a:txBody>
                    <a:bodyPr/>
                    <a:lstStyle/>
                    <a:p>
                      <a:pPr marL="0" algn="l" defTabSz="914400" rtl="0" eaLnBrk="1" fontAlgn="b" latinLnBrk="0" hangingPunct="1"/>
                      <a:r>
                        <a:rPr lang="en-US" sz="1050" b="0" u="none" strike="noStrike" kern="1200">
                          <a:solidFill>
                            <a:srgbClr val="000000"/>
                          </a:solidFill>
                          <a:effectLst/>
                          <a:latin typeface="+mn-lt"/>
                          <a:ea typeface="+mn-ea"/>
                          <a:cs typeface="+mn-cs"/>
                        </a:rPr>
                        <a:t>American Community </a:t>
                      </a:r>
                      <a:r>
                        <a:rPr lang="en-US" sz="1050" b="0" u="none" strike="noStrike" kern="1200" err="1">
                          <a:solidFill>
                            <a:srgbClr val="000000"/>
                          </a:solidFill>
                          <a:effectLst/>
                          <a:latin typeface="+mn-lt"/>
                          <a:ea typeface="+mn-ea"/>
                          <a:cs typeface="+mn-cs"/>
                        </a:rPr>
                        <a:t>Suvey</a:t>
                      </a:r>
                      <a:r>
                        <a:rPr lang="en-US" sz="1050" b="0" u="none" strike="noStrike" kern="1200">
                          <a:solidFill>
                            <a:srgbClr val="000000"/>
                          </a:solidFill>
                          <a:effectLst/>
                          <a:latin typeface="+mn-lt"/>
                          <a:ea typeface="+mn-ea"/>
                          <a:cs typeface="+mn-cs"/>
                        </a:rPr>
                        <a:t> (Census)</a:t>
                      </a:r>
                    </a:p>
                  </a:txBody>
                  <a:tcPr marL="7620" marR="7620" marT="7620" marB="0" anchor="b">
                    <a:solidFill>
                      <a:schemeClr val="accent2">
                        <a:lumMod val="20000"/>
                        <a:lumOff val="80000"/>
                      </a:schemeClr>
                    </a:solidFill>
                  </a:tcPr>
                </a:tc>
                <a:tc>
                  <a:txBody>
                    <a:bodyPr/>
                    <a:lstStyle/>
                    <a:p>
                      <a:pPr algn="r" fontAlgn="b"/>
                      <a:r>
                        <a:rPr lang="en-US" sz="1050" b="0" u="none" strike="noStrike">
                          <a:solidFill>
                            <a:srgbClr val="000000"/>
                          </a:solidFill>
                          <a:effectLst/>
                        </a:rPr>
                        <a:t>REMOVE</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1090757401"/>
                  </a:ext>
                </a:extLst>
              </a:tr>
              <a:tr h="370840">
                <a:tc>
                  <a:txBody>
                    <a:bodyPr/>
                    <a:lstStyle/>
                    <a:p>
                      <a:pPr algn="l" fontAlgn="b"/>
                      <a:r>
                        <a:rPr lang="en-US" sz="1050" b="0" u="none" strike="noStrike">
                          <a:solidFill>
                            <a:srgbClr val="000000"/>
                          </a:solidFill>
                          <a:effectLst/>
                        </a:rPr>
                        <a:t>ZMARRIED_PCT</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l" fontAlgn="b"/>
                      <a:r>
                        <a:rPr lang="en-US" sz="1050" b="0" u="none" strike="noStrike">
                          <a:solidFill>
                            <a:srgbClr val="000000"/>
                          </a:solidFill>
                          <a:effectLst/>
                        </a:rPr>
                        <a:t>Pct. households containing married couple, standardized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l" fontAlgn="b"/>
                      <a:r>
                        <a:rPr lang="en-US" sz="1050" b="0" u="none" strike="noStrike">
                          <a:solidFill>
                            <a:srgbClr val="000000"/>
                          </a:solidFill>
                          <a:effectLst/>
                        </a:rPr>
                        <a:t>American Community </a:t>
                      </a:r>
                      <a:r>
                        <a:rPr lang="en-US" sz="1050" b="0" u="none" strike="noStrike" err="1">
                          <a:solidFill>
                            <a:srgbClr val="000000"/>
                          </a:solidFill>
                          <a:effectLst/>
                        </a:rPr>
                        <a:t>Suvey</a:t>
                      </a:r>
                      <a:r>
                        <a:rPr lang="en-US" sz="1050" b="0" u="none" strike="noStrike">
                          <a:solidFill>
                            <a:srgbClr val="000000"/>
                          </a:solidFill>
                          <a:effectLst/>
                        </a:rPr>
                        <a:t> (Census)</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r>
                        <a:rPr lang="en-US" sz="1050" b="0" u="none" strike="noStrike">
                          <a:solidFill>
                            <a:srgbClr val="000000"/>
                          </a:solidFill>
                          <a:effectLst/>
                        </a:rPr>
                        <a:t>REMOVE</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1106892223"/>
                  </a:ext>
                </a:extLst>
              </a:tr>
              <a:tr h="370840">
                <a:tc>
                  <a:txBody>
                    <a:bodyPr/>
                    <a:lstStyle/>
                    <a:p>
                      <a:pPr algn="l" fontAlgn="b"/>
                      <a:r>
                        <a:rPr lang="en-US" sz="1050" b="0" u="none" strike="noStrike">
                          <a:solidFill>
                            <a:srgbClr val="000000"/>
                          </a:solidFill>
                          <a:effectLst/>
                        </a:rPr>
                        <a:t>ZSQRT_SINGLEPARENT_PCT</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l" fontAlgn="b"/>
                      <a:r>
                        <a:rPr lang="en-US" sz="1050" b="0" u="none" strike="noStrike">
                          <a:solidFill>
                            <a:srgbClr val="000000"/>
                          </a:solidFill>
                          <a:effectLst/>
                        </a:rPr>
                        <a:t>Pct. households with unmarried parent and one or more child, square root transformed and standardized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l" fontAlgn="b"/>
                      <a:r>
                        <a:rPr lang="en-US" sz="1050" b="0" u="none" strike="noStrike">
                          <a:solidFill>
                            <a:srgbClr val="000000"/>
                          </a:solidFill>
                          <a:effectLst/>
                        </a:rPr>
                        <a:t>American Community </a:t>
                      </a:r>
                      <a:r>
                        <a:rPr lang="en-US" sz="1050" b="0" u="none" strike="noStrike" err="1">
                          <a:solidFill>
                            <a:srgbClr val="000000"/>
                          </a:solidFill>
                          <a:effectLst/>
                        </a:rPr>
                        <a:t>Suvey</a:t>
                      </a:r>
                      <a:r>
                        <a:rPr lang="en-US" sz="1050" b="0" u="none" strike="noStrike">
                          <a:solidFill>
                            <a:srgbClr val="000000"/>
                          </a:solidFill>
                          <a:effectLst/>
                        </a:rPr>
                        <a:t> (Census)</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r>
                        <a:rPr lang="en-US" sz="1050" b="0" u="none" strike="noStrike">
                          <a:solidFill>
                            <a:srgbClr val="000000"/>
                          </a:solidFill>
                          <a:effectLst/>
                        </a:rPr>
                        <a:t>REMOVE</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2275393729"/>
                  </a:ext>
                </a:extLst>
              </a:tr>
              <a:tr h="370840">
                <a:tc>
                  <a:txBody>
                    <a:bodyPr/>
                    <a:lstStyle/>
                    <a:p>
                      <a:pPr algn="l" fontAlgn="b"/>
                      <a:r>
                        <a:rPr lang="en-US" sz="1050" b="0" u="none" strike="noStrike">
                          <a:solidFill>
                            <a:srgbClr val="000000"/>
                          </a:solidFill>
                          <a:effectLst/>
                        </a:rPr>
                        <a:t>ZNONFAM_PCT</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l" fontAlgn="b"/>
                      <a:r>
                        <a:rPr lang="en-US" sz="1050" b="0" u="none" strike="noStrike">
                          <a:solidFill>
                            <a:srgbClr val="000000"/>
                          </a:solidFill>
                          <a:effectLst/>
                        </a:rPr>
                        <a:t>Pct. households classified as non-family, standardized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l" fontAlgn="b"/>
                      <a:r>
                        <a:rPr lang="en-US" sz="1050" b="0" u="none" strike="noStrike">
                          <a:solidFill>
                            <a:srgbClr val="000000"/>
                          </a:solidFill>
                          <a:effectLst/>
                        </a:rPr>
                        <a:t>American Community </a:t>
                      </a:r>
                      <a:r>
                        <a:rPr lang="en-US" sz="1050" b="0" u="none" strike="noStrike" err="1">
                          <a:solidFill>
                            <a:srgbClr val="000000"/>
                          </a:solidFill>
                          <a:effectLst/>
                        </a:rPr>
                        <a:t>Suvey</a:t>
                      </a:r>
                      <a:r>
                        <a:rPr lang="en-US" sz="1050" b="0" u="none" strike="noStrike">
                          <a:solidFill>
                            <a:srgbClr val="000000"/>
                          </a:solidFill>
                          <a:effectLst/>
                        </a:rPr>
                        <a:t> (Census)</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r>
                        <a:rPr lang="en-US" sz="1050" b="0" u="none" strike="noStrike">
                          <a:solidFill>
                            <a:srgbClr val="000000"/>
                          </a:solidFill>
                          <a:effectLst/>
                        </a:rPr>
                        <a:t>REMOVE</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55839672"/>
                  </a:ext>
                </a:extLst>
              </a:tr>
              <a:tr h="370840">
                <a:tc>
                  <a:txBody>
                    <a:bodyPr/>
                    <a:lstStyle/>
                    <a:p>
                      <a:pPr algn="l" fontAlgn="b"/>
                      <a:r>
                        <a:rPr lang="en-US" sz="1050" b="0" u="none" strike="noStrike">
                          <a:solidFill>
                            <a:srgbClr val="000000"/>
                          </a:solidFill>
                          <a:effectLst/>
                        </a:rPr>
                        <a:t>ZLG10_POP_CH_1MILE</a:t>
                      </a:r>
                    </a:p>
                  </a:txBody>
                  <a:tcPr marL="7620" marR="7620" marT="7620" marB="0" anchor="b">
                    <a:solidFill>
                      <a:schemeClr val="accent6">
                        <a:lumMod val="20000"/>
                        <a:lumOff val="80000"/>
                      </a:schemeClr>
                    </a:solidFill>
                  </a:tcPr>
                </a:tc>
                <a:tc>
                  <a:txBody>
                    <a:bodyPr/>
                    <a:lstStyle/>
                    <a:p>
                      <a:pPr marL="0" algn="l" defTabSz="914400" rtl="0" eaLnBrk="1" fontAlgn="b" latinLnBrk="0" hangingPunct="1"/>
                      <a:r>
                        <a:rPr lang="en-US" sz="1050" b="0" u="none" strike="noStrike" kern="1200">
                          <a:solidFill>
                            <a:srgbClr val="000000"/>
                          </a:solidFill>
                          <a:effectLst/>
                          <a:latin typeface="+mn-lt"/>
                          <a:ea typeface="+mn-ea"/>
                          <a:cs typeface="+mn-cs"/>
                        </a:rPr>
                        <a:t>Population change within 1 mile radius, over 5 years, log transformed and standardized</a:t>
                      </a:r>
                    </a:p>
                    <a:p>
                      <a:pPr algn="l" fontAlgn="b"/>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Annual Population Estimates (Census)</a:t>
                      </a:r>
                    </a:p>
                  </a:txBody>
                  <a:tcPr marL="7620" marR="7620" marT="7620" marB="0" anchor="b">
                    <a:solidFill>
                      <a:schemeClr val="accent6">
                        <a:lumMod val="20000"/>
                        <a:lumOff val="80000"/>
                      </a:schemeClr>
                    </a:solidFill>
                  </a:tcPr>
                </a:tc>
                <a:tc>
                  <a:txBody>
                    <a:bodyPr/>
                    <a:lstStyle/>
                    <a:p>
                      <a:pPr algn="r" fontAlgn="b"/>
                      <a:r>
                        <a:rPr lang="en-US" sz="1050" b="0" u="none" strike="noStrike">
                          <a:solidFill>
                            <a:srgbClr val="000000"/>
                          </a:solidFill>
                          <a:effectLst/>
                        </a:rPr>
                        <a:t>ADD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extLst>
                  <a:ext uri="{0D108BD9-81ED-4DB2-BD59-A6C34878D82A}">
                    <a16:rowId xmlns:a16="http://schemas.microsoft.com/office/drawing/2014/main" val="966609231"/>
                  </a:ext>
                </a:extLst>
              </a:tr>
              <a:tr h="370840">
                <a:tc>
                  <a:txBody>
                    <a:bodyPr/>
                    <a:lstStyle/>
                    <a:p>
                      <a:pPr algn="l" fontAlgn="b"/>
                      <a:r>
                        <a:rPr lang="en-US" sz="1050" b="0" u="none" strike="noStrike">
                          <a:solidFill>
                            <a:srgbClr val="000000"/>
                          </a:solidFill>
                          <a:effectLst/>
                        </a:rPr>
                        <a:t>ZLG10_SEASONAL_PCT</a:t>
                      </a: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Pct. housing units vacant and seasonally occupied, log transformed and standardized</a:t>
                      </a: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American Community </a:t>
                      </a:r>
                      <a:r>
                        <a:rPr lang="en-US" sz="1050" b="0" u="none" strike="noStrike" err="1">
                          <a:solidFill>
                            <a:srgbClr val="000000"/>
                          </a:solidFill>
                          <a:effectLst/>
                        </a:rPr>
                        <a:t>Suvey</a:t>
                      </a:r>
                      <a:r>
                        <a:rPr lang="en-US" sz="1050" b="0" u="none" strike="noStrike">
                          <a:solidFill>
                            <a:srgbClr val="000000"/>
                          </a:solidFill>
                          <a:effectLst/>
                        </a:rPr>
                        <a:t> (Census)</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tc>
                  <a:txBody>
                    <a:bodyPr/>
                    <a:lstStyle/>
                    <a:p>
                      <a:pPr algn="r" fontAlgn="b"/>
                      <a:r>
                        <a:rPr lang="en-US" sz="1050" b="0" u="none" strike="noStrike">
                          <a:solidFill>
                            <a:srgbClr val="000000"/>
                          </a:solidFill>
                          <a:effectLst/>
                        </a:rPr>
                        <a:t>ADD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extLst>
                  <a:ext uri="{0D108BD9-81ED-4DB2-BD59-A6C34878D82A}">
                    <a16:rowId xmlns:a16="http://schemas.microsoft.com/office/drawing/2014/main" val="2101163113"/>
                  </a:ext>
                </a:extLst>
              </a:tr>
              <a:tr h="370840">
                <a:tc>
                  <a:txBody>
                    <a:bodyPr/>
                    <a:lstStyle/>
                    <a:p>
                      <a:pPr algn="l" fontAlgn="b"/>
                      <a:r>
                        <a:rPr lang="en-US" sz="1050" b="0" u="none" strike="noStrike">
                          <a:solidFill>
                            <a:srgbClr val="000000"/>
                          </a:solidFill>
                          <a:effectLst/>
                        </a:rPr>
                        <a:t>ZSQRT_JOBS_45MIN</a:t>
                      </a: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Employees working within 45 minute drive distance, square root transformed and standardized</a:t>
                      </a: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Longitudinal Employer-Household Dynamics (Census)</a:t>
                      </a:r>
                    </a:p>
                  </a:txBody>
                  <a:tcPr marL="7620" marR="7620" marT="7620" marB="0" anchor="b">
                    <a:solidFill>
                      <a:schemeClr val="accent6">
                        <a:lumMod val="20000"/>
                        <a:lumOff val="80000"/>
                      </a:schemeClr>
                    </a:solidFill>
                  </a:tcPr>
                </a:tc>
                <a:tc>
                  <a:txBody>
                    <a:bodyPr/>
                    <a:lstStyle/>
                    <a:p>
                      <a:pPr algn="r" fontAlgn="b"/>
                      <a:r>
                        <a:rPr lang="en-US" sz="1050" b="0" u="none" strike="noStrike">
                          <a:solidFill>
                            <a:srgbClr val="000000"/>
                          </a:solidFill>
                          <a:effectLst/>
                        </a:rPr>
                        <a:t>ADD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extLst>
                  <a:ext uri="{0D108BD9-81ED-4DB2-BD59-A6C34878D82A}">
                    <a16:rowId xmlns:a16="http://schemas.microsoft.com/office/drawing/2014/main" val="3609331652"/>
                  </a:ext>
                </a:extLst>
              </a:tr>
              <a:tr h="370840">
                <a:tc>
                  <a:txBody>
                    <a:bodyPr/>
                    <a:lstStyle/>
                    <a:p>
                      <a:pPr algn="l" fontAlgn="b"/>
                      <a:r>
                        <a:rPr lang="en-US" sz="1050" b="0" u="none" strike="noStrike">
                          <a:solidFill>
                            <a:srgbClr val="000000"/>
                          </a:solidFill>
                          <a:effectLst/>
                        </a:rPr>
                        <a:t>ZSQRT_POP_EST_50MILE</a:t>
                      </a: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Total population within 50 mile radius, square root transformed and standardized</a:t>
                      </a:r>
                    </a:p>
                  </a:txBody>
                  <a:tcPr marL="7620" marR="7620" marT="7620" marB="0" anchor="b">
                    <a:solidFill>
                      <a:schemeClr val="accent6">
                        <a:lumMod val="20000"/>
                        <a:lumOff val="80000"/>
                      </a:schemeClr>
                    </a:solidFill>
                  </a:tcPr>
                </a:tc>
                <a:tc>
                  <a:txBody>
                    <a:bodyPr/>
                    <a:lstStyle/>
                    <a:p>
                      <a:pPr algn="l" fontAlgn="b"/>
                      <a:r>
                        <a:rPr lang="en-US" sz="1050" b="0" u="none" strike="noStrike">
                          <a:solidFill>
                            <a:srgbClr val="000000"/>
                          </a:solidFill>
                          <a:effectLst/>
                        </a:rPr>
                        <a:t>Annual Population Estimates (Census)</a:t>
                      </a:r>
                    </a:p>
                  </a:txBody>
                  <a:tcPr marL="7620" marR="7620" marT="7620" marB="0" anchor="b">
                    <a:solidFill>
                      <a:schemeClr val="accent6">
                        <a:lumMod val="20000"/>
                        <a:lumOff val="80000"/>
                      </a:schemeClr>
                    </a:solidFill>
                  </a:tcPr>
                </a:tc>
                <a:tc>
                  <a:txBody>
                    <a:bodyPr/>
                    <a:lstStyle/>
                    <a:p>
                      <a:pPr algn="r" fontAlgn="b"/>
                      <a:r>
                        <a:rPr lang="en-US" sz="1050" b="0" u="none" strike="noStrike">
                          <a:solidFill>
                            <a:srgbClr val="000000"/>
                          </a:solidFill>
                          <a:effectLst/>
                        </a:rPr>
                        <a:t>ADD</a:t>
                      </a:r>
                      <a:endParaRPr lang="en-US" sz="105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extLst>
                  <a:ext uri="{0D108BD9-81ED-4DB2-BD59-A6C34878D82A}">
                    <a16:rowId xmlns:a16="http://schemas.microsoft.com/office/drawing/2014/main" val="3320264280"/>
                  </a:ext>
                </a:extLst>
              </a:tr>
            </a:tbl>
          </a:graphicData>
        </a:graphic>
      </p:graphicFrame>
      <p:sp>
        <p:nvSpPr>
          <p:cNvPr id="4" name="TextBox 3">
            <a:extLst>
              <a:ext uri="{FF2B5EF4-FFF2-40B4-BE49-F238E27FC236}">
                <a16:creationId xmlns:a16="http://schemas.microsoft.com/office/drawing/2014/main" id="{6AC133DA-5478-24BD-76D3-7915A4C144B7}"/>
              </a:ext>
            </a:extLst>
          </p:cNvPr>
          <p:cNvSpPr txBox="1"/>
          <p:nvPr/>
        </p:nvSpPr>
        <p:spPr>
          <a:xfrm>
            <a:off x="1816806" y="5840354"/>
            <a:ext cx="9222396" cy="523220"/>
          </a:xfrm>
          <a:prstGeom prst="rect">
            <a:avLst/>
          </a:prstGeom>
          <a:noFill/>
        </p:spPr>
        <p:txBody>
          <a:bodyPr wrap="none" rtlCol="0">
            <a:spAutoFit/>
          </a:bodyPr>
          <a:lstStyle/>
          <a:p>
            <a:r>
              <a:rPr lang="en-US" sz="1400"/>
              <a:t>Added variables have same themes and sources as existing variables reviewed by Legal / Governance:</a:t>
            </a:r>
          </a:p>
          <a:p>
            <a:pPr marL="285750" indent="-285750">
              <a:buFont typeface="Arial" panose="020B0604020202020204" pitchFamily="34" charset="0"/>
              <a:buChar char="•"/>
            </a:pPr>
            <a:r>
              <a:rPr lang="en-US" sz="1400"/>
              <a:t> </a:t>
            </a:r>
            <a:r>
              <a:rPr lang="en-US" sz="1400" b="0" i="0" u="none" strike="noStrike">
                <a:solidFill>
                  <a:srgbClr val="000000"/>
                </a:solidFill>
                <a:effectLst/>
                <a:latin typeface="Calibri" panose="020F0502020204030204" pitchFamily="34" charset="0"/>
              </a:rPr>
              <a:t>ZLG10_POPULATION_5MI, ZSQRT_VACANT_PCT, ZLG10_JOBS_1MI, ZSQRT_MOVED1YR_PCT</a:t>
            </a:r>
          </a:p>
        </p:txBody>
      </p:sp>
    </p:spTree>
    <p:extLst>
      <p:ext uri="{BB962C8B-B14F-4D97-AF65-F5344CB8AC3E}">
        <p14:creationId xmlns:p14="http://schemas.microsoft.com/office/powerpoint/2010/main" val="203489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115E-F570-D758-5AD9-64CAAC8D7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66211-852C-1EC3-085A-DC1E32A8A7AC}"/>
              </a:ext>
            </a:extLst>
          </p:cNvPr>
          <p:cNvSpPr>
            <a:spLocks noGrp="1"/>
          </p:cNvSpPr>
          <p:nvPr>
            <p:ph type="title"/>
          </p:nvPr>
        </p:nvSpPr>
        <p:spPr/>
        <p:txBody>
          <a:bodyPr/>
          <a:lstStyle/>
          <a:p>
            <a:r>
              <a:rPr lang="en-US" sz="3200"/>
              <a:t>Model Performance &amp; Validation(Pre-Production)</a:t>
            </a:r>
            <a:endParaRPr lang="en-US"/>
          </a:p>
        </p:txBody>
      </p:sp>
      <p:sp>
        <p:nvSpPr>
          <p:cNvPr id="3" name="Content Placeholder 2">
            <a:extLst>
              <a:ext uri="{FF2B5EF4-FFF2-40B4-BE49-F238E27FC236}">
                <a16:creationId xmlns:a16="http://schemas.microsoft.com/office/drawing/2014/main" id="{FDC490FA-53EF-1895-C49E-61748CF14E23}"/>
              </a:ext>
            </a:extLst>
          </p:cNvPr>
          <p:cNvSpPr>
            <a:spLocks noGrp="1"/>
          </p:cNvSpPr>
          <p:nvPr>
            <p:ph idx="1"/>
          </p:nvPr>
        </p:nvSpPr>
        <p:spPr>
          <a:xfrm>
            <a:off x="602918" y="1948792"/>
            <a:ext cx="8178617" cy="3987944"/>
          </a:xfrm>
        </p:spPr>
        <p:txBody>
          <a:bodyPr>
            <a:normAutofit/>
          </a:bodyPr>
          <a:lstStyle/>
          <a:p>
            <a:pPr marL="285750" indent="-285750" defTabSz="457200">
              <a:lnSpc>
                <a:spcPct val="100000"/>
              </a:lnSpc>
              <a:spcBef>
                <a:spcPts val="0"/>
              </a:spcBef>
              <a:buFont typeface="Wingdings" panose="05000000000000000000" pitchFamily="2" charset="2"/>
              <a:buChar char="q"/>
            </a:pPr>
            <a:r>
              <a:rPr lang="en-US" sz="2000">
                <a:solidFill>
                  <a:srgbClr val="000000"/>
                </a:solidFill>
                <a:latin typeface="Calibri" panose="020F0502020204030204"/>
              </a:rPr>
              <a:t>Model Validation Approach</a:t>
            </a:r>
            <a:endParaRPr lang="en-US" sz="1600"/>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All models evaluated against 2024 agency level crime reporting</a:t>
            </a:r>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Universe: 10,973 agencies with at least 1,000 population</a:t>
            </a:r>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Target: Total crime rate weighted by agency population and crime severity</a:t>
            </a:r>
          </a:p>
          <a:p>
            <a:pPr lvl="2" defTabSz="457200">
              <a:lnSpc>
                <a:spcPct val="100000"/>
              </a:lnSpc>
              <a:spcBef>
                <a:spcPts val="0"/>
              </a:spcBef>
              <a:buFont typeface="Calibri" panose="020F0502020204030204" pitchFamily="34" charset="0"/>
              <a:buChar char="–"/>
            </a:pPr>
            <a:endParaRPr lang="en-US" sz="1600">
              <a:solidFill>
                <a:srgbClr val="000000"/>
              </a:solidFill>
              <a:latin typeface="Calibri" panose="020F0502020204030204"/>
            </a:endParaRPr>
          </a:p>
          <a:p>
            <a:pPr marL="285750" lvl="2" indent="0" defTabSz="457200">
              <a:lnSpc>
                <a:spcPct val="100000"/>
              </a:lnSpc>
              <a:spcBef>
                <a:spcPts val="0"/>
              </a:spcBef>
              <a:buNone/>
            </a:pPr>
            <a:r>
              <a:rPr lang="en-US" sz="2000">
                <a:solidFill>
                  <a:srgbClr val="000000"/>
                </a:solidFill>
                <a:latin typeface="Calibri" panose="020F0502020204030204"/>
              </a:rPr>
              <a:t>Performance Results </a:t>
            </a:r>
            <a:endParaRPr lang="en-US" sz="1600"/>
          </a:p>
        </p:txBody>
      </p:sp>
      <p:sp>
        <p:nvSpPr>
          <p:cNvPr id="8" name="Footer Placeholder 7">
            <a:extLst>
              <a:ext uri="{FF2B5EF4-FFF2-40B4-BE49-F238E27FC236}">
                <a16:creationId xmlns:a16="http://schemas.microsoft.com/office/drawing/2014/main" id="{713672F6-168E-D2F9-8345-205EB940AD18}"/>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17B4E021-8CA9-54C6-136C-FE93C48B57D5}"/>
              </a:ext>
            </a:extLst>
          </p:cNvPr>
          <p:cNvSpPr>
            <a:spLocks noGrp="1"/>
          </p:cNvSpPr>
          <p:nvPr>
            <p:ph type="sldNum" sz="quarter" idx="12"/>
          </p:nvPr>
        </p:nvSpPr>
        <p:spPr/>
        <p:txBody>
          <a:bodyPr/>
          <a:lstStyle/>
          <a:p>
            <a:fld id="{CEECFCA9-F77F-4627-B4FF-32A2978341AA}" type="slidenum">
              <a:rPr lang="en-US" smtClean="0"/>
              <a:t>13</a:t>
            </a:fld>
            <a:endParaRPr lang="en-US"/>
          </a:p>
        </p:txBody>
      </p:sp>
      <p:sp>
        <p:nvSpPr>
          <p:cNvPr id="6" name="Text Placeholder 5">
            <a:extLst>
              <a:ext uri="{FF2B5EF4-FFF2-40B4-BE49-F238E27FC236}">
                <a16:creationId xmlns:a16="http://schemas.microsoft.com/office/drawing/2014/main" id="{FE551A3E-BA51-1CC2-AE76-48C661E73DB7}"/>
              </a:ext>
            </a:extLst>
          </p:cNvPr>
          <p:cNvSpPr>
            <a:spLocks noGrp="1"/>
          </p:cNvSpPr>
          <p:nvPr>
            <p:ph type="body" sz="quarter" idx="4294967295"/>
          </p:nvPr>
        </p:nvSpPr>
        <p:spPr>
          <a:xfrm>
            <a:off x="380497" y="920750"/>
            <a:ext cx="11046328" cy="744538"/>
          </a:xfrm>
        </p:spPr>
        <p:txBody>
          <a:bodyPr/>
          <a:lstStyle/>
          <a:p>
            <a:r>
              <a:rPr lang="en-US" altLang="en-US" sz="1400" err="1"/>
              <a:t>CrimeRisk</a:t>
            </a:r>
            <a:endParaRPr lang="en-US"/>
          </a:p>
        </p:txBody>
      </p:sp>
      <p:sp>
        <p:nvSpPr>
          <p:cNvPr id="10" name="TextBox 9">
            <a:extLst>
              <a:ext uri="{FF2B5EF4-FFF2-40B4-BE49-F238E27FC236}">
                <a16:creationId xmlns:a16="http://schemas.microsoft.com/office/drawing/2014/main" id="{5A726B95-24C4-88E1-653D-48FC892C6C6D}"/>
              </a:ext>
            </a:extLst>
          </p:cNvPr>
          <p:cNvSpPr txBox="1"/>
          <p:nvPr/>
        </p:nvSpPr>
        <p:spPr>
          <a:xfrm>
            <a:off x="320274" y="5937250"/>
            <a:ext cx="7667469" cy="338554"/>
          </a:xfrm>
          <a:prstGeom prst="rect">
            <a:avLst/>
          </a:prstGeom>
          <a:noFill/>
        </p:spPr>
        <p:txBody>
          <a:bodyPr wrap="square" rtlCol="0">
            <a:spAutoFit/>
          </a:bodyPr>
          <a:lstStyle/>
          <a:p>
            <a:r>
              <a:rPr lang="en-US" sz="800" b="1"/>
              <a:t>*</a:t>
            </a:r>
            <a:r>
              <a:rPr lang="en-US" sz="800" b="1" kern="100">
                <a:effectLst/>
                <a:latin typeface="Calibri" panose="020F0502020204030204" pitchFamily="34" charset="0"/>
                <a:ea typeface="Aptos" panose="020B0004020202020204" pitchFamily="34" charset="0"/>
                <a:cs typeface="Calibri" panose="020F0502020204030204" pitchFamily="34" charset="0"/>
              </a:rPr>
              <a:t>Refer to the Model Validation Guidance in the Appendix for more details.</a:t>
            </a:r>
          </a:p>
          <a:p>
            <a:endParaRPr lang="en-US" sz="800"/>
          </a:p>
        </p:txBody>
      </p:sp>
      <p:graphicFrame>
        <p:nvGraphicFramePr>
          <p:cNvPr id="7" name="Table 6">
            <a:extLst>
              <a:ext uri="{FF2B5EF4-FFF2-40B4-BE49-F238E27FC236}">
                <a16:creationId xmlns:a16="http://schemas.microsoft.com/office/drawing/2014/main" id="{8B3EE187-5B3E-0134-F87B-2FC7D9DC875E}"/>
              </a:ext>
            </a:extLst>
          </p:cNvPr>
          <p:cNvGraphicFramePr>
            <a:graphicFrameLocks noGrp="1"/>
          </p:cNvGraphicFramePr>
          <p:nvPr>
            <p:extLst>
              <p:ext uri="{D42A27DB-BD31-4B8C-83A1-F6EECF244321}">
                <p14:modId xmlns:p14="http://schemas.microsoft.com/office/powerpoint/2010/main" val="2906122177"/>
              </p:ext>
            </p:extLst>
          </p:nvPr>
        </p:nvGraphicFramePr>
        <p:xfrm>
          <a:off x="876443" y="3521334"/>
          <a:ext cx="4739267" cy="1789574"/>
        </p:xfrm>
        <a:graphic>
          <a:graphicData uri="http://schemas.openxmlformats.org/drawingml/2006/table">
            <a:tbl>
              <a:tblPr>
                <a:tableStyleId>{16D9F66E-5EB9-4882-86FB-DCBF35E3C3E4}</a:tableStyleId>
              </a:tblPr>
              <a:tblGrid>
                <a:gridCol w="1113524">
                  <a:extLst>
                    <a:ext uri="{9D8B030D-6E8A-4147-A177-3AD203B41FA5}">
                      <a16:colId xmlns:a16="http://schemas.microsoft.com/office/drawing/2014/main" val="2429947649"/>
                    </a:ext>
                  </a:extLst>
                </a:gridCol>
                <a:gridCol w="1208581">
                  <a:extLst>
                    <a:ext uri="{9D8B030D-6E8A-4147-A177-3AD203B41FA5}">
                      <a16:colId xmlns:a16="http://schemas.microsoft.com/office/drawing/2014/main" val="889506394"/>
                    </a:ext>
                  </a:extLst>
                </a:gridCol>
                <a:gridCol w="1208581">
                  <a:extLst>
                    <a:ext uri="{9D8B030D-6E8A-4147-A177-3AD203B41FA5}">
                      <a16:colId xmlns:a16="http://schemas.microsoft.com/office/drawing/2014/main" val="2687384297"/>
                    </a:ext>
                  </a:extLst>
                </a:gridCol>
                <a:gridCol w="1208581">
                  <a:extLst>
                    <a:ext uri="{9D8B030D-6E8A-4147-A177-3AD203B41FA5}">
                      <a16:colId xmlns:a16="http://schemas.microsoft.com/office/drawing/2014/main" val="2033959076"/>
                    </a:ext>
                  </a:extLst>
                </a:gridCol>
              </a:tblGrid>
              <a:tr h="229678">
                <a:tc gridSpan="4">
                  <a:txBody>
                    <a:bodyPr/>
                    <a:lstStyle/>
                    <a:p>
                      <a:pPr algn="ctr" fontAlgn="b"/>
                      <a:r>
                        <a:rPr lang="en-US" sz="1100" b="1" u="none" strike="noStrike">
                          <a:effectLst/>
                        </a:rPr>
                        <a:t>Model versions  R-squared comparison </a:t>
                      </a:r>
                      <a:endParaRPr lang="en-US" sz="1100" b="1" i="0" u="none" strike="noStrike">
                        <a:solidFill>
                          <a:srgbClr val="000000"/>
                        </a:solidFill>
                        <a:effectLst/>
                        <a:latin typeface="Aptos Narrow" panose="020B0004020202020204" pitchFamily="34" charset="0"/>
                      </a:endParaRPr>
                    </a:p>
                  </a:txBody>
                  <a:tcPr marL="7620" marR="7620" marT="762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50109397"/>
                  </a:ext>
                </a:extLst>
              </a:tr>
              <a:tr h="641184">
                <a:tc>
                  <a:txBody>
                    <a:bodyPr/>
                    <a:lstStyle/>
                    <a:p>
                      <a:pPr algn="l" fontAlgn="b"/>
                      <a:r>
                        <a:rPr lang="en-US" sz="1100" b="1" u="none" strike="noStrike">
                          <a:effectLst/>
                        </a:rPr>
                        <a:t> </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US" sz="1100" b="1" u="none" strike="noStrike">
                          <a:effectLst/>
                        </a:rPr>
                        <a:t>Existing model (2016 training)</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US" sz="1100" b="1" u="none" strike="noStrike">
                          <a:effectLst/>
                        </a:rPr>
                        <a:t>Retrain and Remove 4 Features</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US" sz="1100" b="1" u="none" strike="noStrike">
                          <a:effectLst/>
                        </a:rPr>
                        <a:t>Retrain and Replace 4 Features</a:t>
                      </a:r>
                      <a:endParaRPr lang="en-US" sz="1100" b="1"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850040204"/>
                  </a:ext>
                </a:extLst>
              </a:tr>
              <a:tr h="459356">
                <a:tc>
                  <a:txBody>
                    <a:bodyPr/>
                    <a:lstStyle/>
                    <a:p>
                      <a:pPr algn="l" fontAlgn="b"/>
                      <a:r>
                        <a:rPr lang="en-US" sz="1100" b="1" u="none" strike="noStrike">
                          <a:effectLst/>
                        </a:rPr>
                        <a:t>2024 Training Set (n=9,580)</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0.613</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0.589</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0.648</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345171777"/>
                  </a:ext>
                </a:extLst>
              </a:tr>
              <a:tr h="459356">
                <a:tc>
                  <a:txBody>
                    <a:bodyPr/>
                    <a:lstStyle/>
                    <a:p>
                      <a:pPr algn="l" fontAlgn="b"/>
                      <a:r>
                        <a:rPr lang="en-US" sz="1100" b="1" u="none" strike="noStrike">
                          <a:effectLst/>
                        </a:rPr>
                        <a:t>2024 Testing Set (n=3,194)</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0.630</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0.635</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0.685</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867418351"/>
                  </a:ext>
                </a:extLst>
              </a:tr>
            </a:tbl>
          </a:graphicData>
        </a:graphic>
      </p:graphicFrame>
      <p:graphicFrame>
        <p:nvGraphicFramePr>
          <p:cNvPr id="11" name="Table 10">
            <a:extLst>
              <a:ext uri="{FF2B5EF4-FFF2-40B4-BE49-F238E27FC236}">
                <a16:creationId xmlns:a16="http://schemas.microsoft.com/office/drawing/2014/main" id="{AE439698-E0D6-2C9C-8902-FBE9BFADA8DA}"/>
              </a:ext>
            </a:extLst>
          </p:cNvPr>
          <p:cNvGraphicFramePr>
            <a:graphicFrameLocks noGrp="1"/>
          </p:cNvGraphicFramePr>
          <p:nvPr>
            <p:extLst>
              <p:ext uri="{D42A27DB-BD31-4B8C-83A1-F6EECF244321}">
                <p14:modId xmlns:p14="http://schemas.microsoft.com/office/powerpoint/2010/main" val="983699290"/>
              </p:ext>
            </p:extLst>
          </p:nvPr>
        </p:nvGraphicFramePr>
        <p:xfrm>
          <a:off x="6096000" y="3521334"/>
          <a:ext cx="4637790" cy="1789574"/>
        </p:xfrm>
        <a:graphic>
          <a:graphicData uri="http://schemas.openxmlformats.org/drawingml/2006/table">
            <a:tbl>
              <a:tblPr>
                <a:tableStyleId>{16D9F66E-5EB9-4882-86FB-DCBF35E3C3E4}</a:tableStyleId>
              </a:tblPr>
              <a:tblGrid>
                <a:gridCol w="1089681">
                  <a:extLst>
                    <a:ext uri="{9D8B030D-6E8A-4147-A177-3AD203B41FA5}">
                      <a16:colId xmlns:a16="http://schemas.microsoft.com/office/drawing/2014/main" val="2016200290"/>
                    </a:ext>
                  </a:extLst>
                </a:gridCol>
                <a:gridCol w="1182703">
                  <a:extLst>
                    <a:ext uri="{9D8B030D-6E8A-4147-A177-3AD203B41FA5}">
                      <a16:colId xmlns:a16="http://schemas.microsoft.com/office/drawing/2014/main" val="1734224163"/>
                    </a:ext>
                  </a:extLst>
                </a:gridCol>
                <a:gridCol w="1182703">
                  <a:extLst>
                    <a:ext uri="{9D8B030D-6E8A-4147-A177-3AD203B41FA5}">
                      <a16:colId xmlns:a16="http://schemas.microsoft.com/office/drawing/2014/main" val="2587951706"/>
                    </a:ext>
                  </a:extLst>
                </a:gridCol>
                <a:gridCol w="1182703">
                  <a:extLst>
                    <a:ext uri="{9D8B030D-6E8A-4147-A177-3AD203B41FA5}">
                      <a16:colId xmlns:a16="http://schemas.microsoft.com/office/drawing/2014/main" val="4189810258"/>
                    </a:ext>
                  </a:extLst>
                </a:gridCol>
              </a:tblGrid>
              <a:tr h="229678">
                <a:tc gridSpan="4">
                  <a:txBody>
                    <a:bodyPr/>
                    <a:lstStyle/>
                    <a:p>
                      <a:pPr algn="ctr" fontAlgn="b"/>
                      <a:r>
                        <a:rPr lang="en-US" sz="1100" b="1" u="none" strike="noStrike">
                          <a:effectLst/>
                        </a:rPr>
                        <a:t>Model versions mean absolute error (MAE) comparison</a:t>
                      </a:r>
                      <a:endParaRPr lang="en-US" sz="1100" b="1" i="0" u="none" strike="noStrike">
                        <a:solidFill>
                          <a:srgbClr val="000000"/>
                        </a:solidFill>
                        <a:effectLst/>
                        <a:latin typeface="Aptos Narrow" panose="020B0004020202020204" pitchFamily="34" charset="0"/>
                      </a:endParaRPr>
                    </a:p>
                  </a:txBody>
                  <a:tcPr marL="7620" marR="7620" marT="762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373463"/>
                  </a:ext>
                </a:extLst>
              </a:tr>
              <a:tr h="641184">
                <a:tc>
                  <a:txBody>
                    <a:bodyPr/>
                    <a:lstStyle/>
                    <a:p>
                      <a:pPr algn="l" fontAlgn="b"/>
                      <a:r>
                        <a:rPr lang="en-US" sz="1100" b="1" u="none" strike="noStrike">
                          <a:effectLst/>
                        </a:rPr>
                        <a:t> </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US" sz="1100" b="1" u="none" strike="noStrike">
                          <a:effectLst/>
                        </a:rPr>
                        <a:t>Existing model (2016 training)</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US" sz="1100" b="1" u="none" strike="noStrike">
                          <a:effectLst/>
                        </a:rPr>
                        <a:t>Retrain and Remove 4 Features</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US" sz="1100" b="1" u="none" strike="noStrike">
                          <a:effectLst/>
                        </a:rPr>
                        <a:t>Retrain and Replace 4 Features</a:t>
                      </a:r>
                      <a:endParaRPr lang="en-US" sz="1100" b="1"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562652403"/>
                  </a:ext>
                </a:extLst>
              </a:tr>
              <a:tr h="459356">
                <a:tc>
                  <a:txBody>
                    <a:bodyPr/>
                    <a:lstStyle/>
                    <a:p>
                      <a:pPr algn="l" fontAlgn="b"/>
                      <a:r>
                        <a:rPr lang="en-US" sz="1100" b="1" u="none" strike="noStrike">
                          <a:effectLst/>
                        </a:rPr>
                        <a:t>2024 Training Set (n=9,580)</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7.285</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7.099</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6.573</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874814667"/>
                  </a:ext>
                </a:extLst>
              </a:tr>
              <a:tr h="459356">
                <a:tc>
                  <a:txBody>
                    <a:bodyPr/>
                    <a:lstStyle/>
                    <a:p>
                      <a:pPr algn="l" fontAlgn="b"/>
                      <a:r>
                        <a:rPr lang="en-US" sz="1100" b="1" u="none" strike="noStrike">
                          <a:effectLst/>
                        </a:rPr>
                        <a:t>2024 Testing Set (n=3,194)</a:t>
                      </a:r>
                      <a:endParaRPr lang="en-US"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7.075</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6.771</a:t>
                      </a: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US" sz="1100" u="none" strike="noStrike">
                          <a:effectLst/>
                        </a:rPr>
                        <a:t>6.376</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193946463"/>
                  </a:ext>
                </a:extLst>
              </a:tr>
            </a:tbl>
          </a:graphicData>
        </a:graphic>
      </p:graphicFrame>
    </p:spTree>
    <p:extLst>
      <p:ext uri="{BB962C8B-B14F-4D97-AF65-F5344CB8AC3E}">
        <p14:creationId xmlns:p14="http://schemas.microsoft.com/office/powerpoint/2010/main" val="419458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7E6C7A0-4A57-5FDD-6EE9-37C14E2BEAE0}"/>
              </a:ext>
            </a:extLst>
          </p:cNvPr>
          <p:cNvSpPr>
            <a:spLocks noGrp="1"/>
          </p:cNvSpPr>
          <p:nvPr>
            <p:ph type="title"/>
          </p:nvPr>
        </p:nvSpPr>
        <p:spPr/>
        <p:txBody>
          <a:bodyPr/>
          <a:lstStyle/>
          <a:p>
            <a:r>
              <a:rPr lang="en-US" sz="3200"/>
              <a:t>Model Framework</a:t>
            </a:r>
            <a:endParaRPr lang="en-US"/>
          </a:p>
        </p:txBody>
      </p:sp>
      <p:sp>
        <p:nvSpPr>
          <p:cNvPr id="3" name="Content Placeholder 2">
            <a:extLst>
              <a:ext uri="{FF2B5EF4-FFF2-40B4-BE49-F238E27FC236}">
                <a16:creationId xmlns:a16="http://schemas.microsoft.com/office/drawing/2014/main" id="{81909E40-7B24-E12F-4A28-37F4C262301B}"/>
              </a:ext>
            </a:extLst>
          </p:cNvPr>
          <p:cNvSpPr>
            <a:spLocks noGrp="1"/>
          </p:cNvSpPr>
          <p:nvPr>
            <p:ph idx="1"/>
          </p:nvPr>
        </p:nvSpPr>
        <p:spPr>
          <a:xfrm>
            <a:off x="380496" y="2185631"/>
            <a:ext cx="10798249" cy="3987944"/>
          </a:xfrm>
        </p:spPr>
        <p:txBody>
          <a:bodyPr numCol="2">
            <a:normAutofit fontScale="92500" lnSpcReduction="10000"/>
          </a:bodyPr>
          <a:lstStyle/>
          <a:p>
            <a:pPr marL="285750" marR="0" indent="-285750">
              <a:lnSpc>
                <a:spcPct val="107000"/>
              </a:lnSpc>
              <a:spcBef>
                <a:spcPts val="0"/>
              </a:spcBef>
              <a:spcAft>
                <a:spcPts val="800"/>
              </a:spcAft>
              <a:buFont typeface="Arial" panose="020B0604020202020204" pitchFamily="34" charset="0"/>
              <a:buChar char="•"/>
            </a:pPr>
            <a:r>
              <a:rPr lang="en-US" sz="1800" b="1" kern="100">
                <a:effectLst/>
                <a:latin typeface="Calibri" panose="020F0502020204030204" pitchFamily="34" charset="0"/>
                <a:ea typeface="Calibri" panose="020F0502020204030204" pitchFamily="34" charset="0"/>
                <a:cs typeface="Times New Roman" panose="02020603050405020304" pitchFamily="18" charset="0"/>
              </a:rPr>
              <a:t>High resolution crime rate estimates</a:t>
            </a:r>
            <a:r>
              <a:rPr lang="en-US" sz="1800" kern="100">
                <a:effectLst/>
                <a:latin typeface="Calibri" panose="020F0502020204030204" pitchFamily="34" charset="0"/>
                <a:ea typeface="Calibri" panose="020F0502020204030204" pitchFamily="34" charset="0"/>
                <a:cs typeface="Times New Roman" panose="02020603050405020304" pitchFamily="18" charset="0"/>
              </a:rPr>
              <a:t> for over 8 million Census Blocks</a:t>
            </a:r>
          </a:p>
          <a:p>
            <a:pPr marL="515938" lvl="1" indent="-285750">
              <a:lnSpc>
                <a:spcPct val="107000"/>
              </a:lnSpc>
              <a:spcBef>
                <a:spcPts val="0"/>
              </a:spcBef>
              <a:spcAft>
                <a:spcPts val="800"/>
              </a:spcAft>
            </a:pPr>
            <a:r>
              <a:rPr lang="en-US" sz="1800" kern="100">
                <a:latin typeface="Calibri" panose="020F0502020204030204" pitchFamily="34" charset="0"/>
                <a:ea typeface="Calibri" panose="020F0502020204030204" pitchFamily="34" charset="0"/>
                <a:cs typeface="Times New Roman" panose="02020603050405020304" pitchFamily="18" charset="0"/>
              </a:rPr>
              <a:t>S</a:t>
            </a:r>
            <a:r>
              <a:rPr lang="en-US" sz="1800" kern="100">
                <a:effectLst/>
                <a:latin typeface="Calibri" panose="020F0502020204030204" pitchFamily="34" charset="0"/>
                <a:ea typeface="Calibri" panose="020F0502020204030204" pitchFamily="34" charset="0"/>
                <a:cs typeface="Times New Roman" panose="02020603050405020304" pitchFamily="18" charset="0"/>
              </a:rPr>
              <a:t>patially interpolated from the Census Block Group level crime rates established with linear model. </a:t>
            </a:r>
          </a:p>
          <a:p>
            <a:pPr marL="515938"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Block level crime rates are generated based on a distance-weighted cone of influence. </a:t>
            </a:r>
          </a:p>
          <a:p>
            <a:pPr marL="515938"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Crime rate calculation is weighted most heavily nearest the block and lessens as it progresses outward, depending on distance and population.</a:t>
            </a:r>
          </a:p>
          <a:p>
            <a:pPr marL="515938" lvl="1" indent="-28575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Address-level interpolation used on </a:t>
            </a:r>
            <a:r>
              <a:rPr lang="en-US" sz="1800" kern="100" err="1">
                <a:effectLst/>
                <a:latin typeface="Calibri" panose="020F0502020204030204" pitchFamily="34" charset="0"/>
                <a:ea typeface="Calibri" panose="020F0502020204030204" pitchFamily="34" charset="0"/>
                <a:cs typeface="Times New Roman" panose="02020603050405020304" pitchFamily="18" charset="0"/>
              </a:rPr>
              <a:t>SecurityGauge</a:t>
            </a:r>
            <a:r>
              <a:rPr lang="en-US" sz="1800" kern="100">
                <a:effectLst/>
                <a:latin typeface="Calibri" panose="020F0502020204030204" pitchFamily="34" charset="0"/>
                <a:ea typeface="Calibri" panose="020F0502020204030204" pitchFamily="34" charset="0"/>
                <a:cs typeface="Times New Roman" panose="02020603050405020304" pitchFamily="18" charset="0"/>
              </a:rPr>
              <a:t> follows the same logic.</a:t>
            </a:r>
          </a:p>
          <a:p>
            <a:pPr marL="515938" lvl="1" indent="-285750">
              <a:lnSpc>
                <a:spcPct val="107000"/>
              </a:lnSpc>
              <a:spcBef>
                <a:spcPts val="0"/>
              </a:spcBef>
              <a:spcAft>
                <a:spcPts val="800"/>
              </a:spcAft>
            </a:pPr>
            <a:endParaRPr lang="en-US" sz="1800" kern="100">
              <a:latin typeface="Calibri" panose="020F0502020204030204" pitchFamily="34" charset="0"/>
              <a:ea typeface="Calibri" panose="020F0502020204030204" pitchFamily="34" charset="0"/>
              <a:cs typeface="Times New Roman" panose="02020603050405020304" pitchFamily="18" charset="0"/>
            </a:endParaRPr>
          </a:p>
          <a:p>
            <a:pPr marL="515938" lvl="1" indent="-285750">
              <a:lnSpc>
                <a:spcPct val="107000"/>
              </a:lnSpc>
              <a:spcBef>
                <a:spcPts val="0"/>
              </a:spcBef>
              <a:spcAft>
                <a:spcPts val="800"/>
              </a:spcAf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Bef>
                <a:spcPts val="0"/>
              </a:spcBef>
              <a:spcAft>
                <a:spcPts val="800"/>
              </a:spcAft>
              <a:buFont typeface="Arial" panose="020B0604020202020204" pitchFamily="34" charset="0"/>
              <a:buChar char="•"/>
            </a:pPr>
            <a:r>
              <a:rPr lang="en-US" sz="1800" b="1" kern="100">
                <a:latin typeface="Calibri" panose="020F0502020204030204" pitchFamily="34" charset="0"/>
                <a:ea typeface="Calibri" panose="020F0502020204030204" pitchFamily="34" charset="0"/>
                <a:cs typeface="Times New Roman" panose="02020603050405020304" pitchFamily="18" charset="0"/>
              </a:rPr>
              <a:t>C</a:t>
            </a:r>
            <a:r>
              <a:rPr lang="en-US" sz="1800" b="1" kern="100">
                <a:effectLst/>
                <a:latin typeface="Calibri" panose="020F0502020204030204" pitchFamily="34" charset="0"/>
                <a:ea typeface="Calibri" panose="020F0502020204030204" pitchFamily="34" charset="0"/>
                <a:cs typeface="Times New Roman" panose="02020603050405020304" pitchFamily="18" charset="0"/>
              </a:rPr>
              <a:t>one of influence </a:t>
            </a:r>
            <a:r>
              <a:rPr lang="en-US" sz="1800" kern="100">
                <a:effectLst/>
                <a:latin typeface="Calibri" panose="020F0502020204030204" pitchFamily="34" charset="0"/>
                <a:ea typeface="Calibri" panose="020F0502020204030204" pitchFamily="34" charset="0"/>
                <a:cs typeface="Times New Roman" panose="02020603050405020304" pitchFamily="18" charset="0"/>
              </a:rPr>
              <a:t>is divided into three rings.</a:t>
            </a:r>
          </a:p>
          <a:p>
            <a:pPr marL="573088" lvl="1" indent="-342900">
              <a:lnSpc>
                <a:spcPct val="107000"/>
              </a:lnSpc>
              <a:spcBef>
                <a:spcPts val="0"/>
              </a:spcBef>
            </a:pPr>
            <a:r>
              <a:rPr lang="en-US" sz="1800" kern="100">
                <a:effectLst/>
                <a:latin typeface="Calibri" panose="020F0502020204030204" pitchFamily="34" charset="0"/>
                <a:ea typeface="Calibri" panose="020F0502020204030204" pitchFamily="34" charset="0"/>
                <a:cs typeface="Times New Roman" panose="02020603050405020304" pitchFamily="18" charset="0"/>
              </a:rPr>
              <a:t>Inner Ring - The crime risk calculation is weighted most heavily within the Inner Ring, nearest the block. It has a radius ranging from as little as 300 feet up to a maximum of 2,700 feet, based on population density directly around the location.</a:t>
            </a:r>
          </a:p>
          <a:p>
            <a:pPr marL="573088" lvl="1" indent="-342900">
              <a:lnSpc>
                <a:spcPct val="107000"/>
              </a:lnSpc>
              <a:spcBef>
                <a:spcPts val="0"/>
              </a:spcBef>
            </a:pPr>
            <a:r>
              <a:rPr lang="en-US" sz="1800" kern="100">
                <a:effectLst/>
                <a:latin typeface="Calibri" panose="020F0502020204030204" pitchFamily="34" charset="0"/>
                <a:ea typeface="Calibri" panose="020F0502020204030204" pitchFamily="34" charset="0"/>
                <a:cs typeface="Times New Roman" panose="02020603050405020304" pitchFamily="18" charset="0"/>
              </a:rPr>
              <a:t>Middle Ring - The middle ring's crime risk is weighted moderately and has a maximum radius of 1 mile or a population threshold of 25,000 people.</a:t>
            </a:r>
          </a:p>
          <a:p>
            <a:pPr marL="573088" lvl="1" indent="-34290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Outer Ring - The outer ring's crime risk calculation is weighted the least. It has a maximum radius of 3 miles or a population threshold of 100,000 people.</a:t>
            </a:r>
          </a:p>
          <a:p>
            <a:pPr marL="285750" indent="-285750">
              <a:buFont typeface="Arial" panose="020B0604020202020204" pitchFamily="34" charset="0"/>
              <a:buChar char="•"/>
            </a:pPr>
            <a:endParaRPr lang="en-US"/>
          </a:p>
        </p:txBody>
      </p:sp>
      <p:sp>
        <p:nvSpPr>
          <p:cNvPr id="10" name="Footer Placeholder 9">
            <a:extLst>
              <a:ext uri="{FF2B5EF4-FFF2-40B4-BE49-F238E27FC236}">
                <a16:creationId xmlns:a16="http://schemas.microsoft.com/office/drawing/2014/main" id="{7B11332A-E821-40CE-350A-B5D267389D62}"/>
              </a:ext>
            </a:extLst>
          </p:cNvPr>
          <p:cNvSpPr>
            <a:spLocks noGrp="1"/>
          </p:cNvSpPr>
          <p:nvPr>
            <p:ph type="ftr" sz="quarter" idx="11"/>
          </p:nvPr>
        </p:nvSpPr>
        <p:spPr/>
        <p:txBody>
          <a:bodyPr/>
          <a:lstStyle/>
          <a:p>
            <a:r>
              <a:rPr lang="en-US"/>
              <a:t>© 2025 CoreLogic, Inc.</a:t>
            </a:r>
          </a:p>
        </p:txBody>
      </p:sp>
      <p:sp>
        <p:nvSpPr>
          <p:cNvPr id="11" name="Slide Number Placeholder 10">
            <a:extLst>
              <a:ext uri="{FF2B5EF4-FFF2-40B4-BE49-F238E27FC236}">
                <a16:creationId xmlns:a16="http://schemas.microsoft.com/office/drawing/2014/main" id="{70217439-91FF-E5D2-71EC-477160AF0E52}"/>
              </a:ext>
            </a:extLst>
          </p:cNvPr>
          <p:cNvSpPr>
            <a:spLocks noGrp="1"/>
          </p:cNvSpPr>
          <p:nvPr>
            <p:ph type="sldNum" sz="quarter" idx="12"/>
          </p:nvPr>
        </p:nvSpPr>
        <p:spPr/>
        <p:txBody>
          <a:bodyPr/>
          <a:lstStyle/>
          <a:p>
            <a:fld id="{CEECFCA9-F77F-4627-B4FF-32A2978341AA}" type="slidenum">
              <a:rPr lang="en-US" smtClean="0"/>
              <a:t>14</a:t>
            </a:fld>
            <a:endParaRPr lang="en-US"/>
          </a:p>
        </p:txBody>
      </p:sp>
      <p:sp>
        <p:nvSpPr>
          <p:cNvPr id="5" name="subhead">
            <a:extLst>
              <a:ext uri="{FF2B5EF4-FFF2-40B4-BE49-F238E27FC236}">
                <a16:creationId xmlns:a16="http://schemas.microsoft.com/office/drawing/2014/main" id="{44EC11EF-A5A3-F313-F85F-5E9B17505AF0}"/>
              </a:ext>
            </a:extLst>
          </p:cNvPr>
          <p:cNvSpPr>
            <a:spLocks noGrp="1"/>
          </p:cNvSpPr>
          <p:nvPr>
            <p:ph type="body" sz="quarter" idx="4294967295"/>
          </p:nvPr>
        </p:nvSpPr>
        <p:spPr>
          <a:xfrm>
            <a:off x="380497" y="920750"/>
            <a:ext cx="11046328" cy="744538"/>
          </a:xfrm>
        </p:spPr>
        <p:txBody>
          <a:bodyPr/>
          <a:lstStyle/>
          <a:p>
            <a:r>
              <a:rPr lang="en-US" altLang="en-US" sz="1600"/>
              <a:t>Crime Risk</a:t>
            </a:r>
          </a:p>
          <a:p>
            <a:r>
              <a:rPr lang="en-US" sz="1800">
                <a:effectLst/>
                <a:latin typeface="Calibri" panose="020F0502020204030204" pitchFamily="34" charset="0"/>
                <a:ea typeface="Calibri" panose="020F0502020204030204" pitchFamily="34" charset="0"/>
                <a:cs typeface="Times New Roman" panose="02020603050405020304" pitchFamily="18" charset="0"/>
              </a:rPr>
              <a:t>Step 3: Calculation of rates within the vicinity of a Census Block or Address</a:t>
            </a:r>
            <a:endParaRPr lang="en-US"/>
          </a:p>
        </p:txBody>
      </p:sp>
    </p:spTree>
    <p:extLst>
      <p:ext uri="{BB962C8B-B14F-4D97-AF65-F5344CB8AC3E}">
        <p14:creationId xmlns:p14="http://schemas.microsoft.com/office/powerpoint/2010/main" val="60407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7E6C7A0-4A57-5FDD-6EE9-37C14E2BEAE0}"/>
              </a:ext>
            </a:extLst>
          </p:cNvPr>
          <p:cNvSpPr>
            <a:spLocks noGrp="1"/>
          </p:cNvSpPr>
          <p:nvPr>
            <p:ph type="title"/>
          </p:nvPr>
        </p:nvSpPr>
        <p:spPr/>
        <p:txBody>
          <a:bodyPr/>
          <a:lstStyle/>
          <a:p>
            <a:r>
              <a:rPr lang="en-US" sz="3200"/>
              <a:t>Model Framework</a:t>
            </a:r>
            <a:endParaRPr lang="en-US"/>
          </a:p>
        </p:txBody>
      </p:sp>
      <p:sp>
        <p:nvSpPr>
          <p:cNvPr id="3" name="Content Placeholder 2">
            <a:extLst>
              <a:ext uri="{FF2B5EF4-FFF2-40B4-BE49-F238E27FC236}">
                <a16:creationId xmlns:a16="http://schemas.microsoft.com/office/drawing/2014/main" id="{81909E40-7B24-E12F-4A28-37F4C262301B}"/>
              </a:ext>
            </a:extLst>
          </p:cNvPr>
          <p:cNvSpPr>
            <a:spLocks noGrp="1"/>
          </p:cNvSpPr>
          <p:nvPr>
            <p:ph idx="1"/>
          </p:nvPr>
        </p:nvSpPr>
        <p:spPr>
          <a:xfrm>
            <a:off x="693535" y="2185631"/>
            <a:ext cx="10633492" cy="3987944"/>
          </a:xfrm>
        </p:spPr>
        <p:txBody>
          <a:bodyPr numCol="2">
            <a:normAutofit lnSpcReduction="10000"/>
          </a:bodyPr>
          <a:lstStyle/>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In the final step, Census Block level crime rates are indexed to the national average and scaled from 0-100.</a:t>
            </a:r>
          </a:p>
          <a:p>
            <a:pPr marL="0" marR="0">
              <a:lnSpc>
                <a:spcPct val="107000"/>
              </a:lnSpc>
              <a:spcBef>
                <a:spcPts val="0"/>
              </a:spcBef>
              <a:spcAft>
                <a:spcPts val="800"/>
              </a:spcAft>
            </a:pPr>
            <a:r>
              <a:rPr lang="en-US" sz="1800" b="1" kern="100">
                <a:effectLst/>
                <a:latin typeface="Calibri" panose="020F0502020204030204" pitchFamily="34" charset="0"/>
                <a:ea typeface="Calibri" panose="020F0502020204030204" pitchFamily="34" charset="0"/>
                <a:cs typeface="Times New Roman" panose="02020603050405020304" pitchFamily="18" charset="0"/>
              </a:rPr>
              <a:t>Total Crime Risk (</a:t>
            </a:r>
            <a:r>
              <a:rPr lang="en-US" sz="1800" b="1" kern="100" err="1">
                <a:effectLst/>
                <a:latin typeface="Calibri" panose="020F0502020204030204" pitchFamily="34" charset="0"/>
                <a:ea typeface="Calibri" panose="020F0502020204030204" pitchFamily="34" charset="0"/>
                <a:cs typeface="Times New Roman" panose="02020603050405020304" pitchFamily="18" charset="0"/>
              </a:rPr>
              <a:t>RiskMeter</a:t>
            </a:r>
            <a:r>
              <a:rPr lang="en-US" sz="1800" b="1" kern="100">
                <a:effectLst/>
                <a:latin typeface="Calibri" panose="020F0502020204030204" pitchFamily="34" charset="0"/>
                <a:ea typeface="Calibri" panose="020F0502020204030204" pitchFamily="34" charset="0"/>
                <a:cs typeface="Times New Roman" panose="02020603050405020304" pitchFamily="18" charset="0"/>
              </a:rPr>
              <a:t>, Spatial API) </a:t>
            </a:r>
            <a:r>
              <a:rPr lang="en-US" sz="1800" kern="100">
                <a:effectLst/>
                <a:latin typeface="Calibri" panose="020F0502020204030204" pitchFamily="34" charset="0"/>
                <a:ea typeface="Calibri" panose="020F0502020204030204" pitchFamily="34" charset="0"/>
                <a:cs typeface="Times New Roman" panose="02020603050405020304" pitchFamily="18" charset="0"/>
              </a:rPr>
              <a:t>is calculated as:</a:t>
            </a:r>
          </a:p>
          <a:p>
            <a:pPr marL="285750" marR="0" indent="-285750">
              <a:lnSpc>
                <a:spcPct val="107000"/>
              </a:lnSpc>
              <a:spcBef>
                <a:spcPts val="0"/>
              </a:spcBef>
              <a:spcAft>
                <a:spcPts val="800"/>
              </a:spcAft>
              <a:buFont typeface="Arial" panose="020B060402020202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20 * Block Level Weighted Total Crime Rate / National Level Weighted Total Crime Rate  </a:t>
            </a:r>
          </a:p>
          <a:p>
            <a:pPr marL="285750" marR="0" indent="-285750">
              <a:lnSpc>
                <a:spcPct val="107000"/>
              </a:lnSpc>
              <a:spcBef>
                <a:spcPts val="0"/>
              </a:spcBef>
              <a:spcAft>
                <a:spcPts val="800"/>
              </a:spcAft>
              <a:buFont typeface="Arial" panose="020B060402020202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Multiplying by 20 provides an index where 20 = the national average </a:t>
            </a:r>
          </a:p>
          <a:p>
            <a:pPr marL="285750" marR="0" indent="-285750">
              <a:lnSpc>
                <a:spcPct val="107000"/>
              </a:lnSpc>
              <a:spcBef>
                <a:spcPts val="0"/>
              </a:spcBef>
              <a:spcAft>
                <a:spcPts val="800"/>
              </a:spcAft>
              <a:buFont typeface="Arial" panose="020B060402020202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40 is twice the national average, and 10 is half the national average. </a:t>
            </a:r>
          </a:p>
          <a:p>
            <a:pPr marL="285750" marR="0" indent="-285750">
              <a:lnSpc>
                <a:spcPct val="107000"/>
              </a:lnSpc>
              <a:spcBef>
                <a:spcPts val="0"/>
              </a:spcBef>
              <a:spcAft>
                <a:spcPts val="800"/>
              </a:spcAft>
              <a:buFont typeface="Arial" panose="020B060402020202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The final crime risk score output is an index capped at 100 where 100 equals 5 times the average crime risk nationwide.</a:t>
            </a:r>
          </a:p>
          <a:p>
            <a:pPr marL="0" marR="0">
              <a:lnSpc>
                <a:spcPct val="107000"/>
              </a:lnSpc>
              <a:spcBef>
                <a:spcPts val="0"/>
              </a:spcBef>
              <a:spcAft>
                <a:spcPts val="800"/>
              </a:spcAft>
            </a:pPr>
            <a:r>
              <a:rPr lang="en-US" sz="1800" b="1" kern="100">
                <a:latin typeface="Calibri" panose="020F0502020204030204" pitchFamily="34" charset="0"/>
                <a:ea typeface="Calibri" panose="020F0502020204030204" pitchFamily="34" charset="0"/>
                <a:cs typeface="Times New Roman" panose="02020603050405020304" pitchFamily="18" charset="0"/>
              </a:rPr>
              <a:t>Total Risk (</a:t>
            </a:r>
            <a:r>
              <a:rPr lang="en-US" sz="1800" b="1" kern="100" err="1">
                <a:latin typeface="Calibri" panose="020F0502020204030204" pitchFamily="34" charset="0"/>
                <a:ea typeface="Calibri" panose="020F0502020204030204" pitchFamily="34" charset="0"/>
                <a:cs typeface="Times New Roman" panose="02020603050405020304" pitchFamily="18" charset="0"/>
              </a:rPr>
              <a:t>SecurityGauge</a:t>
            </a:r>
            <a:r>
              <a:rPr lang="en-US" sz="1800" b="1" kern="100">
                <a:latin typeface="Calibri" panose="020F0502020204030204" pitchFamily="34" charset="0"/>
                <a:ea typeface="Calibri" panose="020F0502020204030204" pitchFamily="34" charset="0"/>
                <a:cs typeface="Times New Roman" panose="02020603050405020304" pitchFamily="18" charset="0"/>
              </a:rPr>
              <a:t>) </a:t>
            </a:r>
            <a:r>
              <a:rPr lang="en-US" sz="1800" kern="100">
                <a:latin typeface="Calibri" panose="020F0502020204030204" pitchFamily="34" charset="0"/>
                <a:ea typeface="Calibri" panose="020F0502020204030204" pitchFamily="34" charset="0"/>
                <a:cs typeface="Times New Roman" panose="02020603050405020304" pitchFamily="18" charset="0"/>
              </a:rPr>
              <a:t>is calculated as:</a:t>
            </a:r>
          </a:p>
          <a:p>
            <a:pPr marL="285750" marR="0" indent="-285750">
              <a:lnSpc>
                <a:spcPct val="107000"/>
              </a:lnSpc>
              <a:spcBef>
                <a:spcPts val="0"/>
              </a:spcBef>
              <a:spcAft>
                <a:spcPts val="800"/>
              </a:spcAft>
              <a:buFont typeface="Arial" panose="020B0604020202020204" pitchFamily="34" charset="0"/>
              <a:buChar char="•"/>
            </a:pPr>
            <a:r>
              <a:rPr lang="en-US" sz="1800" kern="100">
                <a:latin typeface="Calibri" panose="020F0502020204030204" pitchFamily="34" charset="0"/>
                <a:ea typeface="Calibri" panose="020F0502020204030204" pitchFamily="34" charset="0"/>
                <a:cs typeface="Times New Roman" panose="02020603050405020304" pitchFamily="18" charset="0"/>
              </a:rPr>
              <a:t>100 * Address Level Weighted Total Crime Rate / National Level Weighted Total Crime Rate  </a:t>
            </a:r>
          </a:p>
          <a:p>
            <a:pPr marL="285750" marR="0" indent="-285750">
              <a:lnSpc>
                <a:spcPct val="107000"/>
              </a:lnSpc>
              <a:spcBef>
                <a:spcPts val="0"/>
              </a:spcBef>
              <a:spcAft>
                <a:spcPts val="800"/>
              </a:spcAft>
              <a:buFont typeface="Arial" panose="020B0604020202020204" pitchFamily="34" charset="0"/>
              <a:buChar char="•"/>
            </a:pPr>
            <a:r>
              <a:rPr lang="en-US" sz="1800" kern="100">
                <a:latin typeface="Calibri" panose="020F0502020204030204" pitchFamily="34" charset="0"/>
                <a:ea typeface="Calibri" panose="020F0502020204030204" pitchFamily="34" charset="0"/>
                <a:cs typeface="Times New Roman" panose="02020603050405020304" pitchFamily="18" charset="0"/>
              </a:rPr>
              <a:t>Multiplying by 100 provides an index where 100 = the national average </a:t>
            </a:r>
          </a:p>
          <a:p>
            <a:pPr marL="285750" marR="0" indent="-285750">
              <a:lnSpc>
                <a:spcPct val="107000"/>
              </a:lnSpc>
              <a:spcBef>
                <a:spcPts val="0"/>
              </a:spcBef>
              <a:spcAft>
                <a:spcPts val="800"/>
              </a:spcAft>
              <a:buFont typeface="Arial" panose="020B0604020202020204" pitchFamily="34" charset="0"/>
              <a:buChar char="•"/>
            </a:pPr>
            <a:r>
              <a:rPr lang="en-US" sz="1800" kern="100">
                <a:latin typeface="Calibri" panose="020F0502020204030204" pitchFamily="34" charset="0"/>
                <a:ea typeface="Calibri" panose="020F0502020204030204" pitchFamily="34" charset="0"/>
                <a:cs typeface="Times New Roman" panose="02020603050405020304" pitchFamily="18" charset="0"/>
              </a:rPr>
              <a:t>200 is twice the national average, and 50 is half the national average. </a:t>
            </a:r>
          </a:p>
          <a:p>
            <a:pPr marL="285750" marR="0" indent="-285750">
              <a:lnSpc>
                <a:spcPct val="107000"/>
              </a:lnSpc>
              <a:spcBef>
                <a:spcPts val="0"/>
              </a:spcBef>
              <a:spcAft>
                <a:spcPts val="800"/>
              </a:spcAft>
              <a:buFont typeface="Arial" panose="020B0604020202020204" pitchFamily="34" charset="0"/>
              <a:buChar char="•"/>
            </a:pPr>
            <a:r>
              <a:rPr lang="en-US" sz="1800" kern="100">
                <a:latin typeface="Calibri" panose="020F0502020204030204" pitchFamily="34" charset="0"/>
                <a:ea typeface="Calibri" panose="020F0502020204030204" pitchFamily="34" charset="0"/>
                <a:cs typeface="Times New Roman" panose="02020603050405020304" pitchFamily="18" charset="0"/>
              </a:rPr>
              <a:t>The final crime risk score output is an index capped at 5000 where 5000 equals 50 times the average crime risk nationwide.</a:t>
            </a:r>
          </a:p>
          <a:p>
            <a:endParaRPr lang="en-US"/>
          </a:p>
        </p:txBody>
      </p:sp>
      <p:sp>
        <p:nvSpPr>
          <p:cNvPr id="10" name="Footer Placeholder 9">
            <a:extLst>
              <a:ext uri="{FF2B5EF4-FFF2-40B4-BE49-F238E27FC236}">
                <a16:creationId xmlns:a16="http://schemas.microsoft.com/office/drawing/2014/main" id="{7B11332A-E821-40CE-350A-B5D267389D62}"/>
              </a:ext>
            </a:extLst>
          </p:cNvPr>
          <p:cNvSpPr>
            <a:spLocks noGrp="1"/>
          </p:cNvSpPr>
          <p:nvPr>
            <p:ph type="ftr" sz="quarter" idx="11"/>
          </p:nvPr>
        </p:nvSpPr>
        <p:spPr/>
        <p:txBody>
          <a:bodyPr/>
          <a:lstStyle/>
          <a:p>
            <a:r>
              <a:rPr lang="en-US"/>
              <a:t>© 2025 CoreLogic, Inc.</a:t>
            </a:r>
          </a:p>
        </p:txBody>
      </p:sp>
      <p:sp>
        <p:nvSpPr>
          <p:cNvPr id="11" name="Slide Number Placeholder 10">
            <a:extLst>
              <a:ext uri="{FF2B5EF4-FFF2-40B4-BE49-F238E27FC236}">
                <a16:creationId xmlns:a16="http://schemas.microsoft.com/office/drawing/2014/main" id="{70217439-91FF-E5D2-71EC-477160AF0E52}"/>
              </a:ext>
            </a:extLst>
          </p:cNvPr>
          <p:cNvSpPr>
            <a:spLocks noGrp="1"/>
          </p:cNvSpPr>
          <p:nvPr>
            <p:ph type="sldNum" sz="quarter" idx="12"/>
          </p:nvPr>
        </p:nvSpPr>
        <p:spPr/>
        <p:txBody>
          <a:bodyPr/>
          <a:lstStyle/>
          <a:p>
            <a:fld id="{CEECFCA9-F77F-4627-B4FF-32A2978341AA}" type="slidenum">
              <a:rPr lang="en-US" smtClean="0"/>
              <a:t>15</a:t>
            </a:fld>
            <a:endParaRPr lang="en-US"/>
          </a:p>
        </p:txBody>
      </p:sp>
      <p:sp>
        <p:nvSpPr>
          <p:cNvPr id="5" name="subhead">
            <a:extLst>
              <a:ext uri="{FF2B5EF4-FFF2-40B4-BE49-F238E27FC236}">
                <a16:creationId xmlns:a16="http://schemas.microsoft.com/office/drawing/2014/main" id="{44EC11EF-A5A3-F313-F85F-5E9B17505AF0}"/>
              </a:ext>
            </a:extLst>
          </p:cNvPr>
          <p:cNvSpPr>
            <a:spLocks noGrp="1"/>
          </p:cNvSpPr>
          <p:nvPr>
            <p:ph type="body" sz="quarter" idx="4294967295"/>
          </p:nvPr>
        </p:nvSpPr>
        <p:spPr>
          <a:xfrm>
            <a:off x="380497" y="920750"/>
            <a:ext cx="11046328" cy="744538"/>
          </a:xfrm>
        </p:spPr>
        <p:txBody>
          <a:bodyPr/>
          <a:lstStyle/>
          <a:p>
            <a:r>
              <a:rPr lang="en-US" altLang="en-US" sz="1600"/>
              <a:t>Crime Risk</a:t>
            </a:r>
          </a:p>
          <a:p>
            <a:r>
              <a:rPr lang="en-US" sz="1800">
                <a:effectLst/>
                <a:latin typeface="Calibri" panose="020F0502020204030204" pitchFamily="34" charset="0"/>
                <a:ea typeface="Calibri" panose="020F0502020204030204" pitchFamily="34" charset="0"/>
                <a:cs typeface="Times New Roman" panose="02020603050405020304" pitchFamily="18" charset="0"/>
              </a:rPr>
              <a:t>Step 4: Indexing of local crime rates to the total crime risk score</a:t>
            </a:r>
            <a:endParaRPr lang="en-US"/>
          </a:p>
        </p:txBody>
      </p:sp>
    </p:spTree>
    <p:extLst>
      <p:ext uri="{BB962C8B-B14F-4D97-AF65-F5344CB8AC3E}">
        <p14:creationId xmlns:p14="http://schemas.microsoft.com/office/powerpoint/2010/main" val="1010213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9DCB-4D1F-3DCB-E96C-19C9055E75F9}"/>
              </a:ext>
            </a:extLst>
          </p:cNvPr>
          <p:cNvSpPr>
            <a:spLocks noGrp="1"/>
          </p:cNvSpPr>
          <p:nvPr>
            <p:ph type="title"/>
          </p:nvPr>
        </p:nvSpPr>
        <p:spPr/>
        <p:txBody>
          <a:bodyPr/>
          <a:lstStyle/>
          <a:p>
            <a:r>
              <a:rPr lang="en-US" sz="3200"/>
              <a:t>Model Outputs</a:t>
            </a:r>
            <a:endParaRPr lang="en-US"/>
          </a:p>
        </p:txBody>
      </p:sp>
      <p:sp>
        <p:nvSpPr>
          <p:cNvPr id="7" name="Footer Placeholder 6">
            <a:extLst>
              <a:ext uri="{FF2B5EF4-FFF2-40B4-BE49-F238E27FC236}">
                <a16:creationId xmlns:a16="http://schemas.microsoft.com/office/drawing/2014/main" id="{66854624-193F-4482-E57C-6B7FBEC97B1E}"/>
              </a:ext>
            </a:extLst>
          </p:cNvPr>
          <p:cNvSpPr>
            <a:spLocks noGrp="1"/>
          </p:cNvSpPr>
          <p:nvPr>
            <p:ph type="ftr" sz="quarter" idx="11"/>
          </p:nvPr>
        </p:nvSpPr>
        <p:spPr/>
        <p:txBody>
          <a:bodyPr/>
          <a:lstStyle/>
          <a:p>
            <a:r>
              <a:rPr lang="en-US"/>
              <a:t>© 2025 CoreLogic, Inc.</a:t>
            </a:r>
          </a:p>
        </p:txBody>
      </p:sp>
      <p:sp>
        <p:nvSpPr>
          <p:cNvPr id="8" name="Slide Number Placeholder 7">
            <a:extLst>
              <a:ext uri="{FF2B5EF4-FFF2-40B4-BE49-F238E27FC236}">
                <a16:creationId xmlns:a16="http://schemas.microsoft.com/office/drawing/2014/main" id="{64843431-95F6-B2C5-E4FA-915763179C5D}"/>
              </a:ext>
            </a:extLst>
          </p:cNvPr>
          <p:cNvSpPr>
            <a:spLocks noGrp="1"/>
          </p:cNvSpPr>
          <p:nvPr>
            <p:ph type="sldNum" sz="quarter" idx="12"/>
          </p:nvPr>
        </p:nvSpPr>
        <p:spPr/>
        <p:txBody>
          <a:bodyPr/>
          <a:lstStyle/>
          <a:p>
            <a:fld id="{CEECFCA9-F77F-4627-B4FF-32A2978341AA}" type="slidenum">
              <a:rPr lang="en-US" smtClean="0"/>
              <a:t>16</a:t>
            </a:fld>
            <a:endParaRPr lang="en-US"/>
          </a:p>
        </p:txBody>
      </p:sp>
      <p:sp>
        <p:nvSpPr>
          <p:cNvPr id="6" name="Text Placeholder 5">
            <a:extLst>
              <a:ext uri="{FF2B5EF4-FFF2-40B4-BE49-F238E27FC236}">
                <a16:creationId xmlns:a16="http://schemas.microsoft.com/office/drawing/2014/main" id="{8C7E01B7-5D1C-219A-C61D-9B1FCCFDD734}"/>
              </a:ext>
            </a:extLst>
          </p:cNvPr>
          <p:cNvSpPr>
            <a:spLocks noGrp="1"/>
          </p:cNvSpPr>
          <p:nvPr>
            <p:ph type="body" sz="quarter" idx="4294967295"/>
          </p:nvPr>
        </p:nvSpPr>
        <p:spPr>
          <a:xfrm>
            <a:off x="380497" y="920750"/>
            <a:ext cx="11046328" cy="744538"/>
          </a:xfrm>
        </p:spPr>
        <p:txBody>
          <a:bodyPr/>
          <a:lstStyle/>
          <a:p>
            <a:r>
              <a:rPr lang="en-US" altLang="en-US" sz="1400" err="1"/>
              <a:t>CrimeRisk</a:t>
            </a:r>
            <a:endParaRPr lang="en-US"/>
          </a:p>
        </p:txBody>
      </p:sp>
      <p:sp>
        <p:nvSpPr>
          <p:cNvPr id="10" name="Content Placeholder 9">
            <a:extLst>
              <a:ext uri="{FF2B5EF4-FFF2-40B4-BE49-F238E27FC236}">
                <a16:creationId xmlns:a16="http://schemas.microsoft.com/office/drawing/2014/main" id="{036D93D0-412B-C1F8-BCAD-6351C3034859}"/>
              </a:ext>
            </a:extLst>
          </p:cNvPr>
          <p:cNvSpPr>
            <a:spLocks noGrp="1"/>
          </p:cNvSpPr>
          <p:nvPr>
            <p:ph idx="1"/>
          </p:nvPr>
        </p:nvSpPr>
        <p:spPr/>
        <p:txBody>
          <a:bodyPr/>
          <a:lstStyle/>
          <a:p>
            <a:pPr defTabSz="457200">
              <a:lnSpc>
                <a:spcPct val="100000"/>
              </a:lnSpc>
              <a:spcBef>
                <a:spcPts val="0"/>
              </a:spcBef>
              <a:buClrTx/>
              <a:defRPr/>
            </a:pPr>
            <a:r>
              <a:rPr lang="en-US" sz="1800">
                <a:solidFill>
                  <a:srgbClr val="000000"/>
                </a:solidFill>
                <a:latin typeface="Calibri" panose="020F0502020204030204"/>
              </a:rPr>
              <a:t>Model Outputs: </a:t>
            </a:r>
          </a:p>
          <a:p>
            <a:endParaRPr lang="en-US"/>
          </a:p>
        </p:txBody>
      </p:sp>
      <p:graphicFrame>
        <p:nvGraphicFramePr>
          <p:cNvPr id="11" name="Table 2">
            <a:extLst>
              <a:ext uri="{FF2B5EF4-FFF2-40B4-BE49-F238E27FC236}">
                <a16:creationId xmlns:a16="http://schemas.microsoft.com/office/drawing/2014/main" id="{EC328E69-C696-3DD1-46F9-679D25E9DEA2}"/>
              </a:ext>
            </a:extLst>
          </p:cNvPr>
          <p:cNvGraphicFramePr>
            <a:graphicFrameLocks/>
          </p:cNvGraphicFramePr>
          <p:nvPr>
            <p:extLst>
              <p:ext uri="{D42A27DB-BD31-4B8C-83A1-F6EECF244321}">
                <p14:modId xmlns:p14="http://schemas.microsoft.com/office/powerpoint/2010/main" val="1936706724"/>
              </p:ext>
            </p:extLst>
          </p:nvPr>
        </p:nvGraphicFramePr>
        <p:xfrm>
          <a:off x="757881" y="2531007"/>
          <a:ext cx="9682260" cy="3688080"/>
        </p:xfrm>
        <a:graphic>
          <a:graphicData uri="http://schemas.openxmlformats.org/drawingml/2006/table">
            <a:tbl>
              <a:tblPr firstRow="1" bandRow="1">
                <a:tableStyleId>{5C22544A-7EE6-4342-B048-85BDC9FD1C3A}</a:tableStyleId>
              </a:tblPr>
              <a:tblGrid>
                <a:gridCol w="983101">
                  <a:extLst>
                    <a:ext uri="{9D8B030D-6E8A-4147-A177-3AD203B41FA5}">
                      <a16:colId xmlns:a16="http://schemas.microsoft.com/office/drawing/2014/main" val="1743430607"/>
                    </a:ext>
                  </a:extLst>
                </a:gridCol>
                <a:gridCol w="2298357">
                  <a:extLst>
                    <a:ext uri="{9D8B030D-6E8A-4147-A177-3AD203B41FA5}">
                      <a16:colId xmlns:a16="http://schemas.microsoft.com/office/drawing/2014/main" val="2304954694"/>
                    </a:ext>
                  </a:extLst>
                </a:gridCol>
                <a:gridCol w="774356">
                  <a:extLst>
                    <a:ext uri="{9D8B030D-6E8A-4147-A177-3AD203B41FA5}">
                      <a16:colId xmlns:a16="http://schemas.microsoft.com/office/drawing/2014/main" val="3125483188"/>
                    </a:ext>
                  </a:extLst>
                </a:gridCol>
                <a:gridCol w="3023287">
                  <a:extLst>
                    <a:ext uri="{9D8B030D-6E8A-4147-A177-3AD203B41FA5}">
                      <a16:colId xmlns:a16="http://schemas.microsoft.com/office/drawing/2014/main" val="457860270"/>
                    </a:ext>
                  </a:extLst>
                </a:gridCol>
                <a:gridCol w="900602">
                  <a:extLst>
                    <a:ext uri="{9D8B030D-6E8A-4147-A177-3AD203B41FA5}">
                      <a16:colId xmlns:a16="http://schemas.microsoft.com/office/drawing/2014/main" val="2873353362"/>
                    </a:ext>
                  </a:extLst>
                </a:gridCol>
                <a:gridCol w="1702557">
                  <a:extLst>
                    <a:ext uri="{9D8B030D-6E8A-4147-A177-3AD203B41FA5}">
                      <a16:colId xmlns:a16="http://schemas.microsoft.com/office/drawing/2014/main" val="3960221888"/>
                    </a:ext>
                  </a:extLst>
                </a:gridCol>
              </a:tblGrid>
              <a:tr h="370840">
                <a:tc>
                  <a:txBody>
                    <a:bodyPr/>
                    <a:lstStyle/>
                    <a:p>
                      <a:r>
                        <a:rPr lang="en-US" sz="800" b="1" kern="1200">
                          <a:solidFill>
                            <a:schemeClr val="lt1"/>
                          </a:solidFill>
                          <a:latin typeface="+mn-lt"/>
                          <a:ea typeface="+mn-ea"/>
                          <a:cs typeface="+mn-cs"/>
                        </a:rPr>
                        <a:t>Variable</a:t>
                      </a:r>
                    </a:p>
                  </a:txBody>
                  <a:tcPr/>
                </a:tc>
                <a:tc>
                  <a:txBody>
                    <a:bodyPr/>
                    <a:lstStyle/>
                    <a:p>
                      <a:r>
                        <a:rPr lang="en-US" sz="800" b="1" kern="1200">
                          <a:solidFill>
                            <a:schemeClr val="lt1"/>
                          </a:solidFill>
                          <a:latin typeface="+mn-lt"/>
                          <a:ea typeface="+mn-ea"/>
                          <a:cs typeface="+mn-cs"/>
                        </a:rPr>
                        <a:t>Variable Name/ Definition</a:t>
                      </a:r>
                    </a:p>
                  </a:txBody>
                  <a:tcPr/>
                </a:tc>
                <a:tc>
                  <a:txBody>
                    <a:bodyPr/>
                    <a:lstStyle/>
                    <a:p>
                      <a:r>
                        <a:rPr lang="en-US" sz="800" b="1" kern="1200">
                          <a:solidFill>
                            <a:schemeClr val="lt1"/>
                          </a:solidFill>
                          <a:latin typeface="+mn-lt"/>
                          <a:ea typeface="+mn-ea"/>
                          <a:cs typeface="+mn-cs"/>
                        </a:rPr>
                        <a:t>Data Type</a:t>
                      </a:r>
                    </a:p>
                  </a:txBody>
                  <a:tcPr/>
                </a:tc>
                <a:tc>
                  <a:txBody>
                    <a:bodyPr/>
                    <a:lstStyle/>
                    <a:p>
                      <a:r>
                        <a:rPr lang="en-US" sz="800"/>
                        <a:t>Path** </a:t>
                      </a:r>
                    </a:p>
                  </a:txBody>
                  <a:tcPr/>
                </a:tc>
                <a:tc>
                  <a:txBody>
                    <a:bodyPr/>
                    <a:lstStyle/>
                    <a:p>
                      <a:r>
                        <a:rPr lang="en-US" sz="800"/>
                        <a:t>Output onboarded to SDAP  (Y/N)</a:t>
                      </a:r>
                    </a:p>
                  </a:txBody>
                  <a:tcPr/>
                </a:tc>
                <a:tc>
                  <a:txBody>
                    <a:bodyPr/>
                    <a:lstStyle/>
                    <a:p>
                      <a:r>
                        <a:rPr lang="en-US" sz="800"/>
                        <a:t>Customer Facing</a:t>
                      </a:r>
                    </a:p>
                    <a:p>
                      <a:r>
                        <a:rPr lang="en-US" sz="800"/>
                        <a:t>          (Y/N)</a:t>
                      </a:r>
                    </a:p>
                  </a:txBody>
                  <a:tcPr/>
                </a:tc>
                <a:extLst>
                  <a:ext uri="{0D108BD9-81ED-4DB2-BD59-A6C34878D82A}">
                    <a16:rowId xmlns:a16="http://schemas.microsoft.com/office/drawing/2014/main" val="2874345011"/>
                  </a:ext>
                </a:extLst>
              </a:tr>
              <a:tr h="370840">
                <a:tc>
                  <a:txBody>
                    <a:bodyPr/>
                    <a:lstStyle/>
                    <a:p>
                      <a:r>
                        <a:rPr lang="en-US" sz="1100" err="1"/>
                        <a:t>total_pt_ct</a:t>
                      </a:r>
                      <a:endParaRPr lang="en-US" sz="1100"/>
                    </a:p>
                  </a:txBody>
                  <a:tcPr/>
                </a:tc>
                <a:tc>
                  <a:txBody>
                    <a:bodyPr/>
                    <a:lstStyle/>
                    <a:p>
                      <a:r>
                        <a:rPr lang="en-US" sz="1100"/>
                        <a:t>Block Group level total crime rate per thousand residents</a:t>
                      </a:r>
                    </a:p>
                  </a:txBody>
                  <a:tcPr/>
                </a:tc>
                <a:tc>
                  <a:txBody>
                    <a:bodyPr/>
                    <a:lstStyle/>
                    <a:p>
                      <a:r>
                        <a:rPr lang="en-US" sz="1100"/>
                        <a:t>decimal</a:t>
                      </a:r>
                    </a:p>
                  </a:txBody>
                  <a:tcPr/>
                </a:tc>
                <a:tc>
                  <a:txBody>
                    <a:bodyPr/>
                    <a:lstStyle/>
                    <a:p>
                      <a:r>
                        <a:rPr lang="en-US" sz="1100"/>
                        <a:t>clgx-idap-bigquery-prd-a990.stg_business_property_neighborhood_tmp.block_group_data</a:t>
                      </a:r>
                    </a:p>
                  </a:txBody>
                  <a:tcPr/>
                </a:tc>
                <a:tc>
                  <a:txBody>
                    <a:bodyPr/>
                    <a:lstStyle/>
                    <a:p>
                      <a:r>
                        <a:rPr lang="en-US" sz="1100"/>
                        <a:t>y</a:t>
                      </a:r>
                    </a:p>
                  </a:txBody>
                  <a:tcPr/>
                </a:tc>
                <a:tc>
                  <a:txBody>
                    <a:bodyPr/>
                    <a:lstStyle/>
                    <a:p>
                      <a:r>
                        <a:rPr lang="en-US" sz="1100"/>
                        <a:t>Y (via </a:t>
                      </a:r>
                      <a:r>
                        <a:rPr lang="en-US" sz="1100" err="1"/>
                        <a:t>NeigborhoodScout</a:t>
                      </a:r>
                      <a:r>
                        <a:rPr lang="en-US" sz="1100"/>
                        <a:t>)</a:t>
                      </a:r>
                    </a:p>
                  </a:txBody>
                  <a:tcPr/>
                </a:tc>
                <a:extLst>
                  <a:ext uri="{0D108BD9-81ED-4DB2-BD59-A6C34878D82A}">
                    <a16:rowId xmlns:a16="http://schemas.microsoft.com/office/drawing/2014/main" val="738030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1E1405"/>
                          </a:solidFill>
                          <a:effectLst/>
                          <a:uLnTx/>
                          <a:uFillTx/>
                          <a:latin typeface="+mn-lt"/>
                          <a:ea typeface="+mn-ea"/>
                          <a:cs typeface="+mn-cs"/>
                        </a:rPr>
                        <a:t>pt_total_m</a:t>
                      </a:r>
                      <a:endParaRPr kumimoji="0" lang="en-US" sz="1100" b="0" i="0" u="none" strike="noStrike" kern="1200" cap="none" spc="0" normalizeH="0" baseline="0" noProof="0">
                        <a:ln>
                          <a:noFill/>
                        </a:ln>
                        <a:solidFill>
                          <a:srgbClr val="1E140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City level total crime rate per thousand residents</a:t>
                      </a:r>
                    </a:p>
                  </a:txBody>
                  <a:tcPr/>
                </a:tc>
                <a:tc>
                  <a:txBody>
                    <a:bodyPr/>
                    <a:lstStyle/>
                    <a:p>
                      <a:r>
                        <a:rPr lang="en-US" sz="1100"/>
                        <a:t>decimal</a:t>
                      </a:r>
                    </a:p>
                  </a:txBody>
                  <a:tcPr/>
                </a:tc>
                <a:tc>
                  <a:txBody>
                    <a:bodyPr/>
                    <a:lstStyle/>
                    <a:p>
                      <a:r>
                        <a:rPr lang="en-US" sz="1100"/>
                        <a:t>clgx-idap-bigquery-prd-a990.stg_business_property_neighborhood_tmp.cities_ns4</a:t>
                      </a:r>
                    </a:p>
                  </a:txBody>
                  <a:tcPr/>
                </a:tc>
                <a:tc>
                  <a:txBody>
                    <a:bodyPr/>
                    <a:lstStyle/>
                    <a:p>
                      <a:r>
                        <a:rPr lang="en-US" sz="110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Y (via </a:t>
                      </a:r>
                      <a:r>
                        <a:rPr lang="en-US" sz="1100" err="1"/>
                        <a:t>NeigborhoodScout</a:t>
                      </a:r>
                      <a:r>
                        <a:rPr lang="en-US" sz="1100"/>
                        <a:t>)</a:t>
                      </a:r>
                    </a:p>
                    <a:p>
                      <a:endParaRPr lang="en-US" sz="1100"/>
                    </a:p>
                  </a:txBody>
                  <a:tcPr/>
                </a:tc>
                <a:extLst>
                  <a:ext uri="{0D108BD9-81ED-4DB2-BD59-A6C34878D82A}">
                    <a16:rowId xmlns:a16="http://schemas.microsoft.com/office/drawing/2014/main" val="10843209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1E1405"/>
                          </a:solidFill>
                          <a:effectLst/>
                          <a:uLnTx/>
                          <a:uFillTx/>
                          <a:latin typeface="+mn-lt"/>
                          <a:ea typeface="+mn-ea"/>
                          <a:cs typeface="+mn-cs"/>
                        </a:rPr>
                        <a:t>pt_total</a:t>
                      </a:r>
                      <a:endParaRPr kumimoji="0" lang="en-US" sz="1100" b="0" i="0" u="none" strike="noStrike" kern="1200" cap="none" spc="0" normalizeH="0" baseline="0" noProof="0">
                        <a:ln>
                          <a:noFill/>
                        </a:ln>
                        <a:solidFill>
                          <a:srgbClr val="1E140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Census Tract level total crime rate per thousand residents</a:t>
                      </a:r>
                    </a:p>
                  </a:txBody>
                  <a:tcPr/>
                </a:tc>
                <a:tc>
                  <a:txBody>
                    <a:bodyPr/>
                    <a:lstStyle/>
                    <a:p>
                      <a:r>
                        <a:rPr lang="en-US" sz="1100"/>
                        <a:t>decimal</a:t>
                      </a:r>
                    </a:p>
                  </a:txBody>
                  <a:tcPr/>
                </a:tc>
                <a:tc>
                  <a:txBody>
                    <a:bodyPr/>
                    <a:lstStyle/>
                    <a:p>
                      <a:r>
                        <a:rPr lang="en-US" sz="1100"/>
                        <a:t>clgx-idap-bigquery-prd-a990.edr_ent_property_neighborhood.neighborhood_scout_census_tract</a:t>
                      </a:r>
                    </a:p>
                  </a:txBody>
                  <a:tcPr/>
                </a:tc>
                <a:tc>
                  <a:txBody>
                    <a:bodyPr/>
                    <a:lstStyle/>
                    <a:p>
                      <a:r>
                        <a:rPr lang="en-US" sz="1100"/>
                        <a: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Y (via SDAP bulk, </a:t>
                      </a:r>
                      <a:r>
                        <a:rPr lang="en-US" sz="1100" err="1"/>
                        <a:t>NeigborhoodScout</a:t>
                      </a:r>
                      <a:r>
                        <a:rPr lang="en-US" sz="1100"/>
                        <a:t>)</a:t>
                      </a:r>
                    </a:p>
                  </a:txBody>
                  <a:tcPr/>
                </a:tc>
                <a:extLst>
                  <a:ext uri="{0D108BD9-81ED-4DB2-BD59-A6C34878D82A}">
                    <a16:rowId xmlns:a16="http://schemas.microsoft.com/office/drawing/2014/main" val="21416474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1E1405"/>
                          </a:solidFill>
                          <a:effectLst/>
                          <a:uLnTx/>
                          <a:uFillTx/>
                          <a:latin typeface="+mn-lt"/>
                          <a:ea typeface="+mn-ea"/>
                          <a:cs typeface="+mn-cs"/>
                        </a:rPr>
                        <a:t>total_pt</a:t>
                      </a:r>
                      <a:endParaRPr kumimoji="0" lang="en-US" sz="1100" b="0" i="0" u="none" strike="noStrike" kern="1200" cap="none" spc="0" normalizeH="0" baseline="0" noProof="0">
                        <a:ln>
                          <a:noFill/>
                        </a:ln>
                        <a:solidFill>
                          <a:srgbClr val="1E140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Address level total crime rate per thousand residents</a:t>
                      </a:r>
                    </a:p>
                  </a:txBody>
                  <a:tcPr/>
                </a:tc>
                <a:tc>
                  <a:txBody>
                    <a:bodyPr/>
                    <a:lstStyle/>
                    <a:p>
                      <a:r>
                        <a:rPr lang="en-US" sz="1100"/>
                        <a:t>decimal</a:t>
                      </a:r>
                    </a:p>
                  </a:txBody>
                  <a:tcPr/>
                </a:tc>
                <a:tc>
                  <a:txBody>
                    <a:bodyPr/>
                    <a:lstStyle/>
                    <a:p>
                      <a:r>
                        <a:rPr lang="en-US" sz="1100"/>
                        <a:t>Calculated on demand within </a:t>
                      </a:r>
                      <a:r>
                        <a:rPr lang="en-US" sz="1100" err="1"/>
                        <a:t>SecurityGauge</a:t>
                      </a:r>
                      <a:r>
                        <a:rPr lang="en-US" sz="1100"/>
                        <a:t> application </a:t>
                      </a:r>
                    </a:p>
                  </a:txBody>
                  <a:tcPr/>
                </a:tc>
                <a:tc>
                  <a:txBody>
                    <a:bodyPr/>
                    <a:lstStyle/>
                    <a:p>
                      <a:r>
                        <a:rPr lang="en-US" sz="1100"/>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Y (via </a:t>
                      </a:r>
                      <a:r>
                        <a:rPr lang="en-US" sz="1100" err="1"/>
                        <a:t>SecurityGauge</a:t>
                      </a:r>
                      <a:r>
                        <a:rPr lang="en-US" sz="1100"/>
                        <a:t> report or API)</a:t>
                      </a:r>
                    </a:p>
                  </a:txBody>
                  <a:tcPr/>
                </a:tc>
                <a:extLst>
                  <a:ext uri="{0D108BD9-81ED-4DB2-BD59-A6C34878D82A}">
                    <a16:rowId xmlns:a16="http://schemas.microsoft.com/office/drawing/2014/main" val="15943798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1E1405"/>
                          </a:solidFill>
                          <a:effectLst/>
                          <a:uLnTx/>
                          <a:uFillTx/>
                          <a:latin typeface="+mn-lt"/>
                          <a:ea typeface="+mn-ea"/>
                          <a:cs typeface="+mn-cs"/>
                        </a:rPr>
                        <a:t>total_risk</a:t>
                      </a:r>
                      <a:endParaRPr kumimoji="0" lang="en-US" sz="1100" b="0" i="0" u="none" strike="noStrike" kern="1200" cap="none" spc="0" normalizeH="0" baseline="0" noProof="0">
                        <a:ln>
                          <a:noFill/>
                        </a:ln>
                        <a:solidFill>
                          <a:srgbClr val="1E140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Address level total crime risk index (0-5000)</a:t>
                      </a:r>
                    </a:p>
                  </a:txBody>
                  <a:tcPr/>
                </a:tc>
                <a:tc>
                  <a:txBody>
                    <a:bodyPr/>
                    <a:lstStyle/>
                    <a:p>
                      <a:r>
                        <a:rPr lang="en-US" sz="1100"/>
                        <a:t>integer</a:t>
                      </a:r>
                    </a:p>
                  </a:txBody>
                  <a:tcPr/>
                </a:tc>
                <a:tc>
                  <a:txBody>
                    <a:bodyPr/>
                    <a:lstStyle/>
                    <a:p>
                      <a:r>
                        <a:rPr lang="en-US" sz="1100"/>
                        <a:t>Calculated on demand within </a:t>
                      </a:r>
                      <a:r>
                        <a:rPr lang="en-US" sz="1100" err="1"/>
                        <a:t>SecurityGauge</a:t>
                      </a:r>
                      <a:r>
                        <a:rPr lang="en-US" sz="1100"/>
                        <a:t> application </a:t>
                      </a:r>
                    </a:p>
                  </a:txBody>
                  <a:tcPr/>
                </a:tc>
                <a:tc>
                  <a:txBody>
                    <a:bodyPr/>
                    <a:lstStyle/>
                    <a:p>
                      <a:r>
                        <a:rPr lang="en-US" sz="1100"/>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Y (via </a:t>
                      </a:r>
                      <a:r>
                        <a:rPr lang="en-US" sz="1100" err="1"/>
                        <a:t>SecurityGauge</a:t>
                      </a:r>
                      <a:r>
                        <a:rPr lang="en-US" sz="1100"/>
                        <a:t> report or API)</a:t>
                      </a:r>
                    </a:p>
                  </a:txBody>
                  <a:tcPr/>
                </a:tc>
                <a:extLst>
                  <a:ext uri="{0D108BD9-81ED-4DB2-BD59-A6C34878D82A}">
                    <a16:rowId xmlns:a16="http://schemas.microsoft.com/office/drawing/2014/main" val="18924998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1E1405"/>
                          </a:solidFill>
                          <a:effectLst/>
                          <a:uLnTx/>
                          <a:uFillTx/>
                          <a:latin typeface="+mn-lt"/>
                          <a:ea typeface="+mn-ea"/>
                          <a:cs typeface="+mn-cs"/>
                        </a:rPr>
                        <a:t>tot_index</a:t>
                      </a:r>
                      <a:endParaRPr kumimoji="0" lang="en-US" sz="1100" b="0" i="0" u="none" strike="noStrike" kern="1200" cap="none" spc="0" normalizeH="0" baseline="0" noProof="0">
                        <a:ln>
                          <a:noFill/>
                        </a:ln>
                        <a:solidFill>
                          <a:srgbClr val="1E140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Block level total crime risk index (0-100)</a:t>
                      </a:r>
                    </a:p>
                  </a:txBody>
                  <a:tcPr/>
                </a:tc>
                <a:tc>
                  <a:txBody>
                    <a:bodyPr/>
                    <a:lstStyle/>
                    <a:p>
                      <a:r>
                        <a:rPr lang="en-US" sz="1100"/>
                        <a:t>decimal</a:t>
                      </a:r>
                    </a:p>
                  </a:txBody>
                  <a:tcPr/>
                </a:tc>
                <a:tc>
                  <a:txBody>
                    <a:bodyPr/>
                    <a:lstStyle/>
                    <a:p>
                      <a:r>
                        <a:rPr lang="en-US" sz="1100"/>
                        <a:t>clgx-gis-app-dev-06e3 - gs://geospatial-data-warehouse/risk/CrimeRisk</a:t>
                      </a:r>
                    </a:p>
                  </a:txBody>
                  <a:tcPr/>
                </a:tc>
                <a:tc>
                  <a:txBody>
                    <a:bodyPr/>
                    <a:lstStyle/>
                    <a:p>
                      <a:r>
                        <a:rPr lang="en-US" sz="1100"/>
                        <a:t>n</a:t>
                      </a:r>
                    </a:p>
                  </a:txBody>
                  <a:tcPr/>
                </a:tc>
                <a:tc>
                  <a:txBody>
                    <a:bodyPr/>
                    <a:lstStyle/>
                    <a:p>
                      <a:r>
                        <a:rPr lang="en-US" sz="1100"/>
                        <a:t>Y (via </a:t>
                      </a:r>
                      <a:r>
                        <a:rPr lang="en-US" sz="1100" err="1"/>
                        <a:t>RiskMeter</a:t>
                      </a:r>
                      <a:r>
                        <a:rPr lang="en-US" sz="1100"/>
                        <a:t> or Spatial API)</a:t>
                      </a:r>
                    </a:p>
                  </a:txBody>
                  <a:tcPr/>
                </a:tc>
                <a:extLst>
                  <a:ext uri="{0D108BD9-81ED-4DB2-BD59-A6C34878D82A}">
                    <a16:rowId xmlns:a16="http://schemas.microsoft.com/office/drawing/2014/main" val="1983557934"/>
                  </a:ext>
                </a:extLst>
              </a:tr>
            </a:tbl>
          </a:graphicData>
        </a:graphic>
      </p:graphicFrame>
    </p:spTree>
    <p:extLst>
      <p:ext uri="{BB962C8B-B14F-4D97-AF65-F5344CB8AC3E}">
        <p14:creationId xmlns:p14="http://schemas.microsoft.com/office/powerpoint/2010/main" val="515648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ction number">
            <a:extLst>
              <a:ext uri="{FF2B5EF4-FFF2-40B4-BE49-F238E27FC236}">
                <a16:creationId xmlns:a16="http://schemas.microsoft.com/office/drawing/2014/main" id="{9A4E8D51-E431-5E4B-47A2-138545D8F233}"/>
              </a:ext>
            </a:extLst>
          </p:cNvPr>
          <p:cNvSpPr>
            <a:spLocks noGrp="1"/>
          </p:cNvSpPr>
          <p:nvPr>
            <p:ph type="body" sz="quarter" idx="13"/>
          </p:nvPr>
        </p:nvSpPr>
        <p:spPr/>
        <p:txBody>
          <a:bodyPr/>
          <a:lstStyle/>
          <a:p>
            <a:r>
              <a:rPr lang="en-US">
                <a:solidFill>
                  <a:schemeClr val="tx1"/>
                </a:solidFill>
              </a:rPr>
              <a:t>04</a:t>
            </a:r>
          </a:p>
        </p:txBody>
      </p:sp>
      <p:sp>
        <p:nvSpPr>
          <p:cNvPr id="2" name="Title">
            <a:extLst>
              <a:ext uri="{FF2B5EF4-FFF2-40B4-BE49-F238E27FC236}">
                <a16:creationId xmlns:a16="http://schemas.microsoft.com/office/drawing/2014/main" id="{E718B135-E6DE-A85C-47D6-7060649B34BE}"/>
              </a:ext>
            </a:extLst>
          </p:cNvPr>
          <p:cNvSpPr>
            <a:spLocks noGrp="1"/>
          </p:cNvSpPr>
          <p:nvPr>
            <p:ph type="title"/>
          </p:nvPr>
        </p:nvSpPr>
        <p:spPr/>
        <p:txBody>
          <a:bodyPr/>
          <a:lstStyle/>
          <a:p>
            <a:r>
              <a:rPr lang="en-US" sz="5400">
                <a:solidFill>
                  <a:schemeClr val="tx1"/>
                </a:solidFill>
              </a:rPr>
              <a:t>Model Validation</a:t>
            </a:r>
            <a:endParaRPr lang="en-US">
              <a:solidFill>
                <a:schemeClr val="tx1"/>
              </a:solidFill>
            </a:endParaRPr>
          </a:p>
        </p:txBody>
      </p:sp>
      <p:sp>
        <p:nvSpPr>
          <p:cNvPr id="3" name="Secondary header">
            <a:extLst>
              <a:ext uri="{FF2B5EF4-FFF2-40B4-BE49-F238E27FC236}">
                <a16:creationId xmlns:a16="http://schemas.microsoft.com/office/drawing/2014/main" id="{719D0343-259A-AB69-23BE-DFEE732894FF}"/>
              </a:ext>
            </a:extLst>
          </p:cNvPr>
          <p:cNvSpPr>
            <a:spLocks noGrp="1"/>
          </p:cNvSpPr>
          <p:nvPr>
            <p:ph type="body" idx="1"/>
          </p:nvPr>
        </p:nvSpPr>
        <p:spPr/>
        <p:txBody>
          <a:bodyPr/>
          <a:lstStyle/>
          <a:p>
            <a:pPr algn="ctr"/>
            <a:r>
              <a:rPr lang="en-US" sz="2400" err="1">
                <a:solidFill>
                  <a:schemeClr val="tx1"/>
                </a:solidFill>
                <a:latin typeface="Calibri" panose="020F0502020204030204"/>
              </a:rPr>
              <a:t>CrimeRisk</a:t>
            </a:r>
            <a:endParaRPr lang="en-US">
              <a:solidFill>
                <a:schemeClr val="tx1"/>
              </a:solidFill>
            </a:endParaRPr>
          </a:p>
        </p:txBody>
      </p:sp>
      <p:sp>
        <p:nvSpPr>
          <p:cNvPr id="5" name="Footer Placeholder 4">
            <a:extLst>
              <a:ext uri="{FF2B5EF4-FFF2-40B4-BE49-F238E27FC236}">
                <a16:creationId xmlns:a16="http://schemas.microsoft.com/office/drawing/2014/main" id="{01B8FB38-AD6C-26D3-5DF3-C21A44240406}"/>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AF93A538-9A80-D4B0-C356-0AF8026D4D94}"/>
              </a:ext>
            </a:extLst>
          </p:cNvPr>
          <p:cNvSpPr>
            <a:spLocks noGrp="1"/>
          </p:cNvSpPr>
          <p:nvPr>
            <p:ph type="sldNum" sz="quarter" idx="12"/>
          </p:nvPr>
        </p:nvSpPr>
        <p:spPr/>
        <p:txBody>
          <a:bodyPr/>
          <a:lstStyle/>
          <a:p>
            <a:fld id="{CEECFCA9-F77F-4627-B4FF-32A2978341AA}" type="slidenum">
              <a:rPr lang="en-US" smtClean="0"/>
              <a:pPr/>
              <a:t>17</a:t>
            </a:fld>
            <a:endParaRPr lang="en-US"/>
          </a:p>
        </p:txBody>
      </p:sp>
    </p:spTree>
    <p:extLst>
      <p:ext uri="{BB962C8B-B14F-4D97-AF65-F5344CB8AC3E}">
        <p14:creationId xmlns:p14="http://schemas.microsoft.com/office/powerpoint/2010/main" val="3614622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115E-F570-D758-5AD9-64CAAC8D7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66211-852C-1EC3-085A-DC1E32A8A7AC}"/>
              </a:ext>
            </a:extLst>
          </p:cNvPr>
          <p:cNvSpPr>
            <a:spLocks noGrp="1"/>
          </p:cNvSpPr>
          <p:nvPr>
            <p:ph type="title"/>
          </p:nvPr>
        </p:nvSpPr>
        <p:spPr/>
        <p:txBody>
          <a:bodyPr/>
          <a:lstStyle/>
          <a:p>
            <a:r>
              <a:rPr lang="en-US" sz="3200"/>
              <a:t>Model Performance &amp; Validation(Pre-Production)</a:t>
            </a:r>
            <a:endParaRPr lang="en-US"/>
          </a:p>
        </p:txBody>
      </p:sp>
      <p:sp>
        <p:nvSpPr>
          <p:cNvPr id="3" name="Content Placeholder 2">
            <a:extLst>
              <a:ext uri="{FF2B5EF4-FFF2-40B4-BE49-F238E27FC236}">
                <a16:creationId xmlns:a16="http://schemas.microsoft.com/office/drawing/2014/main" id="{FDC490FA-53EF-1895-C49E-61748CF14E23}"/>
              </a:ext>
            </a:extLst>
          </p:cNvPr>
          <p:cNvSpPr>
            <a:spLocks noGrp="1"/>
          </p:cNvSpPr>
          <p:nvPr>
            <p:ph idx="1"/>
          </p:nvPr>
        </p:nvSpPr>
        <p:spPr>
          <a:xfrm>
            <a:off x="602918" y="1948792"/>
            <a:ext cx="8178617" cy="3987944"/>
          </a:xfrm>
        </p:spPr>
        <p:txBody>
          <a:bodyPr>
            <a:normAutofit/>
          </a:bodyPr>
          <a:lstStyle/>
          <a:p>
            <a:pPr marL="285750" lvl="2" indent="0" defTabSz="457200">
              <a:lnSpc>
                <a:spcPct val="100000"/>
              </a:lnSpc>
              <a:spcBef>
                <a:spcPts val="0"/>
              </a:spcBef>
              <a:buNone/>
            </a:pPr>
            <a:r>
              <a:rPr lang="en-US" sz="2000">
                <a:solidFill>
                  <a:srgbClr val="000000"/>
                </a:solidFill>
                <a:latin typeface="Calibri" panose="020F0502020204030204"/>
              </a:rPr>
              <a:t>Performance Results (continued)</a:t>
            </a:r>
            <a:endParaRPr lang="en-US" sz="1600"/>
          </a:p>
        </p:txBody>
      </p:sp>
      <p:sp>
        <p:nvSpPr>
          <p:cNvPr id="8" name="Footer Placeholder 7">
            <a:extLst>
              <a:ext uri="{FF2B5EF4-FFF2-40B4-BE49-F238E27FC236}">
                <a16:creationId xmlns:a16="http://schemas.microsoft.com/office/drawing/2014/main" id="{713672F6-168E-D2F9-8345-205EB940AD18}"/>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17B4E021-8CA9-54C6-136C-FE93C48B57D5}"/>
              </a:ext>
            </a:extLst>
          </p:cNvPr>
          <p:cNvSpPr>
            <a:spLocks noGrp="1"/>
          </p:cNvSpPr>
          <p:nvPr>
            <p:ph type="sldNum" sz="quarter" idx="12"/>
          </p:nvPr>
        </p:nvSpPr>
        <p:spPr/>
        <p:txBody>
          <a:bodyPr/>
          <a:lstStyle/>
          <a:p>
            <a:fld id="{CEECFCA9-F77F-4627-B4FF-32A2978341AA}" type="slidenum">
              <a:rPr lang="en-US" smtClean="0"/>
              <a:t>18</a:t>
            </a:fld>
            <a:endParaRPr lang="en-US"/>
          </a:p>
        </p:txBody>
      </p:sp>
      <p:sp>
        <p:nvSpPr>
          <p:cNvPr id="6" name="Text Placeholder 5">
            <a:extLst>
              <a:ext uri="{FF2B5EF4-FFF2-40B4-BE49-F238E27FC236}">
                <a16:creationId xmlns:a16="http://schemas.microsoft.com/office/drawing/2014/main" id="{FE551A3E-BA51-1CC2-AE76-48C661E73DB7}"/>
              </a:ext>
            </a:extLst>
          </p:cNvPr>
          <p:cNvSpPr>
            <a:spLocks noGrp="1"/>
          </p:cNvSpPr>
          <p:nvPr>
            <p:ph type="body" sz="quarter" idx="4294967295"/>
          </p:nvPr>
        </p:nvSpPr>
        <p:spPr>
          <a:xfrm>
            <a:off x="380497" y="920750"/>
            <a:ext cx="11046328" cy="744538"/>
          </a:xfrm>
        </p:spPr>
        <p:txBody>
          <a:bodyPr/>
          <a:lstStyle/>
          <a:p>
            <a:r>
              <a:rPr lang="en-US" altLang="en-US" sz="1400" err="1"/>
              <a:t>CrimeRisk</a:t>
            </a:r>
            <a:endParaRPr lang="en-US"/>
          </a:p>
        </p:txBody>
      </p:sp>
      <p:pic>
        <p:nvPicPr>
          <p:cNvPr id="5" name="Picture 4">
            <a:extLst>
              <a:ext uri="{FF2B5EF4-FFF2-40B4-BE49-F238E27FC236}">
                <a16:creationId xmlns:a16="http://schemas.microsoft.com/office/drawing/2014/main" id="{D6576C93-B379-8CAC-5CE8-84685EC20978}"/>
              </a:ext>
            </a:extLst>
          </p:cNvPr>
          <p:cNvPicPr>
            <a:picLocks noChangeAspect="1"/>
          </p:cNvPicPr>
          <p:nvPr/>
        </p:nvPicPr>
        <p:blipFill>
          <a:blip r:embed="rId2"/>
          <a:stretch>
            <a:fillRect/>
          </a:stretch>
        </p:blipFill>
        <p:spPr>
          <a:xfrm>
            <a:off x="1000082" y="2367675"/>
            <a:ext cx="9991191" cy="4117480"/>
          </a:xfrm>
          <a:prstGeom prst="rect">
            <a:avLst/>
          </a:prstGeom>
        </p:spPr>
      </p:pic>
    </p:spTree>
    <p:extLst>
      <p:ext uri="{BB962C8B-B14F-4D97-AF65-F5344CB8AC3E}">
        <p14:creationId xmlns:p14="http://schemas.microsoft.com/office/powerpoint/2010/main" val="178405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115E-F570-D758-5AD9-64CAAC8D7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66211-852C-1EC3-085A-DC1E32A8A7AC}"/>
              </a:ext>
            </a:extLst>
          </p:cNvPr>
          <p:cNvSpPr>
            <a:spLocks noGrp="1"/>
          </p:cNvSpPr>
          <p:nvPr>
            <p:ph type="title"/>
          </p:nvPr>
        </p:nvSpPr>
        <p:spPr/>
        <p:txBody>
          <a:bodyPr/>
          <a:lstStyle/>
          <a:p>
            <a:r>
              <a:rPr lang="en-US" sz="3200"/>
              <a:t>Model Surveillance</a:t>
            </a:r>
            <a:endParaRPr lang="en-US"/>
          </a:p>
        </p:txBody>
      </p:sp>
      <p:sp>
        <p:nvSpPr>
          <p:cNvPr id="3" name="Content Placeholder 2">
            <a:extLst>
              <a:ext uri="{FF2B5EF4-FFF2-40B4-BE49-F238E27FC236}">
                <a16:creationId xmlns:a16="http://schemas.microsoft.com/office/drawing/2014/main" id="{FDC490FA-53EF-1895-C49E-61748CF14E23}"/>
              </a:ext>
            </a:extLst>
          </p:cNvPr>
          <p:cNvSpPr>
            <a:spLocks noGrp="1"/>
          </p:cNvSpPr>
          <p:nvPr>
            <p:ph idx="1"/>
          </p:nvPr>
        </p:nvSpPr>
        <p:spPr>
          <a:xfrm>
            <a:off x="380497" y="2185631"/>
            <a:ext cx="6349817" cy="3987944"/>
          </a:xfrm>
        </p:spPr>
        <p:txBody>
          <a:bodyPr>
            <a:normAutofit/>
          </a:bodyPr>
          <a:lstStyle/>
          <a:p>
            <a:pPr defTabSz="457200">
              <a:lnSpc>
                <a:spcPct val="100000"/>
              </a:lnSpc>
              <a:spcBef>
                <a:spcPts val="0"/>
              </a:spcBef>
              <a:buClrTx/>
            </a:pPr>
            <a:r>
              <a:rPr lang="en-US" sz="1800">
                <a:solidFill>
                  <a:srgbClr val="000000"/>
                </a:solidFill>
                <a:latin typeface="Calibri" panose="020F0502020204030204"/>
              </a:rPr>
              <a:t>Model Surveillance Methodology</a:t>
            </a:r>
          </a:p>
          <a:p>
            <a:pPr defTabSz="457200">
              <a:lnSpc>
                <a:spcPct val="100000"/>
              </a:lnSpc>
              <a:spcBef>
                <a:spcPts val="0"/>
              </a:spcBef>
              <a:buClrTx/>
            </a:pPr>
            <a:endParaRPr lang="en-US" sz="1800">
              <a:solidFill>
                <a:srgbClr val="000000"/>
              </a:solidFill>
              <a:latin typeface="Calibri" panose="020F0502020204030204"/>
            </a:endParaRPr>
          </a:p>
          <a:p>
            <a:pPr lvl="1" indent="0" defTabSz="457200">
              <a:lnSpc>
                <a:spcPct val="100000"/>
              </a:lnSpc>
              <a:spcBef>
                <a:spcPts val="0"/>
              </a:spcBef>
              <a:buNone/>
            </a:pPr>
            <a:r>
              <a:rPr lang="en-US" sz="1800" err="1">
                <a:solidFill>
                  <a:srgbClr val="000000"/>
                </a:solidFill>
                <a:latin typeface="Calibri" panose="020F0502020204030204"/>
              </a:rPr>
              <a:t>Amp’d</a:t>
            </a:r>
            <a:r>
              <a:rPr lang="en-US" sz="1800">
                <a:solidFill>
                  <a:srgbClr val="000000"/>
                </a:solidFill>
                <a:latin typeface="Calibri" panose="020F0502020204030204"/>
              </a:rPr>
              <a:t> monitoring of annual update data tables</a:t>
            </a:r>
          </a:p>
          <a:p>
            <a:pPr marL="515938" lvl="1" indent="-285750" defTabSz="457200">
              <a:lnSpc>
                <a:spcPct val="100000"/>
              </a:lnSpc>
              <a:spcBef>
                <a:spcPts val="0"/>
              </a:spcBef>
            </a:pPr>
            <a:r>
              <a:rPr lang="en-US" sz="1800">
                <a:solidFill>
                  <a:srgbClr val="000000"/>
                </a:solidFill>
                <a:latin typeface="Calibri" panose="020F0502020204030204"/>
              </a:rPr>
              <a:t>Surveillance is focused on stability of mean values, stability of fill rates, and stability of string lengths year-over-year</a:t>
            </a:r>
          </a:p>
          <a:p>
            <a:pPr marL="515938" lvl="1" indent="-285750" defTabSz="457200">
              <a:lnSpc>
                <a:spcPct val="100000"/>
              </a:lnSpc>
              <a:spcBef>
                <a:spcPts val="0"/>
              </a:spcBef>
            </a:pPr>
            <a:endParaRPr lang="en-US" sz="1800">
              <a:solidFill>
                <a:srgbClr val="000000"/>
              </a:solidFill>
              <a:latin typeface="Calibri" panose="020F0502020204030204"/>
            </a:endParaRPr>
          </a:p>
          <a:p>
            <a:pPr lvl="1" indent="0" defTabSz="457200">
              <a:lnSpc>
                <a:spcPct val="100000"/>
              </a:lnSpc>
              <a:spcBef>
                <a:spcPts val="0"/>
              </a:spcBef>
              <a:buNone/>
            </a:pPr>
            <a:r>
              <a:rPr lang="en-US" sz="1800">
                <a:solidFill>
                  <a:srgbClr val="000000"/>
                </a:solidFill>
                <a:latin typeface="Calibri" panose="020F0502020204030204"/>
              </a:rPr>
              <a:t>	</a:t>
            </a:r>
          </a:p>
          <a:p>
            <a:pPr lvl="1" indent="0" defTabSz="457200">
              <a:lnSpc>
                <a:spcPct val="100000"/>
              </a:lnSpc>
              <a:spcBef>
                <a:spcPts val="0"/>
              </a:spcBef>
              <a:buNone/>
            </a:pPr>
            <a:r>
              <a:rPr lang="en-US" sz="1800">
                <a:solidFill>
                  <a:srgbClr val="000000"/>
                </a:solidFill>
                <a:latin typeface="Calibri" panose="020F0502020204030204"/>
              </a:rPr>
              <a:t>Carrier evaluations</a:t>
            </a:r>
          </a:p>
          <a:p>
            <a:pPr lvl="2" defTabSz="457200">
              <a:lnSpc>
                <a:spcPct val="100000"/>
              </a:lnSpc>
              <a:spcBef>
                <a:spcPts val="0"/>
              </a:spcBef>
            </a:pPr>
            <a:r>
              <a:rPr lang="en-US"/>
              <a:t>The plot at right corresponds to an out-of-sample nationwide validation set based on theft claim history from 423,000 policy years of data by commercial lines carriers. </a:t>
            </a:r>
          </a:p>
          <a:p>
            <a:pPr lvl="2" defTabSz="457200">
              <a:lnSpc>
                <a:spcPct val="100000"/>
              </a:lnSpc>
              <a:spcBef>
                <a:spcPts val="0"/>
              </a:spcBef>
            </a:pPr>
            <a:endParaRPr lang="en-US"/>
          </a:p>
        </p:txBody>
      </p:sp>
      <p:sp>
        <p:nvSpPr>
          <p:cNvPr id="8" name="Footer Placeholder 7">
            <a:extLst>
              <a:ext uri="{FF2B5EF4-FFF2-40B4-BE49-F238E27FC236}">
                <a16:creationId xmlns:a16="http://schemas.microsoft.com/office/drawing/2014/main" id="{713672F6-168E-D2F9-8345-205EB940AD18}"/>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17B4E021-8CA9-54C6-136C-FE93C48B57D5}"/>
              </a:ext>
            </a:extLst>
          </p:cNvPr>
          <p:cNvSpPr>
            <a:spLocks noGrp="1"/>
          </p:cNvSpPr>
          <p:nvPr>
            <p:ph type="sldNum" sz="quarter" idx="12"/>
          </p:nvPr>
        </p:nvSpPr>
        <p:spPr/>
        <p:txBody>
          <a:bodyPr/>
          <a:lstStyle/>
          <a:p>
            <a:fld id="{CEECFCA9-F77F-4627-B4FF-32A2978341AA}" type="slidenum">
              <a:rPr lang="en-US" smtClean="0"/>
              <a:t>19</a:t>
            </a:fld>
            <a:endParaRPr lang="en-US"/>
          </a:p>
        </p:txBody>
      </p:sp>
      <p:sp>
        <p:nvSpPr>
          <p:cNvPr id="6" name="Text Placeholder 5">
            <a:extLst>
              <a:ext uri="{FF2B5EF4-FFF2-40B4-BE49-F238E27FC236}">
                <a16:creationId xmlns:a16="http://schemas.microsoft.com/office/drawing/2014/main" id="{FE551A3E-BA51-1CC2-AE76-48C661E73DB7}"/>
              </a:ext>
            </a:extLst>
          </p:cNvPr>
          <p:cNvSpPr>
            <a:spLocks noGrp="1"/>
          </p:cNvSpPr>
          <p:nvPr>
            <p:ph type="body" sz="quarter" idx="4294967295"/>
          </p:nvPr>
        </p:nvSpPr>
        <p:spPr>
          <a:xfrm>
            <a:off x="380497" y="920750"/>
            <a:ext cx="11046328" cy="744538"/>
          </a:xfrm>
        </p:spPr>
        <p:txBody>
          <a:bodyPr/>
          <a:lstStyle/>
          <a:p>
            <a:r>
              <a:rPr lang="en-US" altLang="en-US" sz="1400" err="1"/>
              <a:t>CrimeRisk</a:t>
            </a:r>
            <a:endParaRPr lang="en-US"/>
          </a:p>
        </p:txBody>
      </p:sp>
      <p:sp>
        <p:nvSpPr>
          <p:cNvPr id="4" name="TextBox 3">
            <a:extLst>
              <a:ext uri="{FF2B5EF4-FFF2-40B4-BE49-F238E27FC236}">
                <a16:creationId xmlns:a16="http://schemas.microsoft.com/office/drawing/2014/main" id="{C9E97629-9954-AFB2-29A0-AC19C3B63BB7}"/>
              </a:ext>
            </a:extLst>
          </p:cNvPr>
          <p:cNvSpPr txBox="1"/>
          <p:nvPr/>
        </p:nvSpPr>
        <p:spPr>
          <a:xfrm>
            <a:off x="599748" y="5937250"/>
            <a:ext cx="7667469" cy="338554"/>
          </a:xfrm>
          <a:prstGeom prst="rect">
            <a:avLst/>
          </a:prstGeom>
          <a:noFill/>
        </p:spPr>
        <p:txBody>
          <a:bodyPr wrap="square" rtlCol="0">
            <a:spAutoFit/>
          </a:bodyPr>
          <a:lstStyle/>
          <a:p>
            <a:r>
              <a:rPr lang="en-US" sz="800" b="1"/>
              <a:t>*</a:t>
            </a:r>
            <a:r>
              <a:rPr lang="en-US" sz="800" b="1" kern="100">
                <a:effectLst/>
                <a:latin typeface="Calibri" panose="020F0502020204030204" pitchFamily="34" charset="0"/>
                <a:ea typeface="Aptos" panose="020B0004020202020204" pitchFamily="34" charset="0"/>
                <a:cs typeface="Calibri" panose="020F0502020204030204" pitchFamily="34" charset="0"/>
              </a:rPr>
              <a:t>Refer to the Model Surveillance Guidance in the Appendix for more details</a:t>
            </a:r>
            <a:r>
              <a:rPr lang="en-US" sz="700" b="1" kern="100">
                <a:effectLst/>
                <a:latin typeface="Calibri" panose="020F0502020204030204" pitchFamily="34" charset="0"/>
                <a:ea typeface="Aptos" panose="020B0004020202020204" pitchFamily="34" charset="0"/>
                <a:cs typeface="Calibri" panose="020F0502020204030204" pitchFamily="34" charset="0"/>
              </a:rPr>
              <a:t>.</a:t>
            </a:r>
          </a:p>
          <a:p>
            <a:endParaRPr lang="en-US" sz="800"/>
          </a:p>
        </p:txBody>
      </p:sp>
      <p:graphicFrame>
        <p:nvGraphicFramePr>
          <p:cNvPr id="5" name="Chart 4">
            <a:extLst>
              <a:ext uri="{FF2B5EF4-FFF2-40B4-BE49-F238E27FC236}">
                <a16:creationId xmlns:a16="http://schemas.microsoft.com/office/drawing/2014/main" id="{9A829BD4-AF84-4CB8-A344-6CCA36A2C1B2}"/>
              </a:ext>
            </a:extLst>
          </p:cNvPr>
          <p:cNvGraphicFramePr/>
          <p:nvPr>
            <p:extLst>
              <p:ext uri="{D42A27DB-BD31-4B8C-83A1-F6EECF244321}">
                <p14:modId xmlns:p14="http://schemas.microsoft.com/office/powerpoint/2010/main" val="1346511867"/>
              </p:ext>
            </p:extLst>
          </p:nvPr>
        </p:nvGraphicFramePr>
        <p:xfrm>
          <a:off x="6605114" y="2572941"/>
          <a:ext cx="4937125" cy="35191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092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718B135-E6DE-A85C-47D6-7060649B34BE}"/>
              </a:ext>
            </a:extLst>
          </p:cNvPr>
          <p:cNvSpPr>
            <a:spLocks noGrp="1"/>
          </p:cNvSpPr>
          <p:nvPr>
            <p:ph type="title"/>
          </p:nvPr>
        </p:nvSpPr>
        <p:spPr/>
        <p:txBody>
          <a:bodyPr/>
          <a:lstStyle/>
          <a:p>
            <a:r>
              <a:rPr lang="en-US">
                <a:solidFill>
                  <a:schemeClr val="tx1"/>
                </a:solidFill>
              </a:rPr>
              <a:t>Appendix</a:t>
            </a:r>
          </a:p>
        </p:txBody>
      </p:sp>
      <p:sp>
        <p:nvSpPr>
          <p:cNvPr id="5" name="Footer Placeholder 4">
            <a:extLst>
              <a:ext uri="{FF2B5EF4-FFF2-40B4-BE49-F238E27FC236}">
                <a16:creationId xmlns:a16="http://schemas.microsoft.com/office/drawing/2014/main" id="{01B8FB38-AD6C-26D3-5DF3-C21A44240406}"/>
              </a:ext>
            </a:extLst>
          </p:cNvPr>
          <p:cNvSpPr>
            <a:spLocks noGrp="1"/>
          </p:cNvSpPr>
          <p:nvPr>
            <p:ph type="ftr" sz="quarter" idx="11"/>
          </p:nvPr>
        </p:nvSpPr>
        <p:spPr/>
        <p:txBody>
          <a:bodyPr/>
          <a:lstStyle/>
          <a:p>
            <a:r>
              <a:rPr lang="en-US"/>
              <a:t>© 2025 CoreLogic, Inc.</a:t>
            </a:r>
          </a:p>
        </p:txBody>
      </p:sp>
      <p:sp>
        <p:nvSpPr>
          <p:cNvPr id="6" name="Slide Number Placeholder 5">
            <a:extLst>
              <a:ext uri="{FF2B5EF4-FFF2-40B4-BE49-F238E27FC236}">
                <a16:creationId xmlns:a16="http://schemas.microsoft.com/office/drawing/2014/main" id="{AF93A538-9A80-D4B0-C356-0AF8026D4D94}"/>
              </a:ext>
            </a:extLst>
          </p:cNvPr>
          <p:cNvSpPr>
            <a:spLocks noGrp="1"/>
          </p:cNvSpPr>
          <p:nvPr>
            <p:ph type="sldNum" sz="quarter" idx="12"/>
          </p:nvPr>
        </p:nvSpPr>
        <p:spPr/>
        <p:txBody>
          <a:bodyPr/>
          <a:lstStyle/>
          <a:p>
            <a:fld id="{CEECFCA9-F77F-4627-B4FF-32A2978341AA}" type="slidenum">
              <a:rPr lang="en-US" smtClean="0"/>
              <a:pPr/>
              <a:t>20</a:t>
            </a:fld>
            <a:endParaRPr lang="en-US"/>
          </a:p>
        </p:txBody>
      </p:sp>
      <p:sp>
        <p:nvSpPr>
          <p:cNvPr id="8" name="Text Placeholder 7">
            <a:extLst>
              <a:ext uri="{FF2B5EF4-FFF2-40B4-BE49-F238E27FC236}">
                <a16:creationId xmlns:a16="http://schemas.microsoft.com/office/drawing/2014/main" id="{28490BC6-6DDC-A5C0-1D8A-B9445A7BE9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7749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115E-F570-D758-5AD9-64CAAC8D7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66211-852C-1EC3-085A-DC1E32A8A7AC}"/>
              </a:ext>
            </a:extLst>
          </p:cNvPr>
          <p:cNvSpPr>
            <a:spLocks noGrp="1"/>
          </p:cNvSpPr>
          <p:nvPr>
            <p:ph type="title"/>
          </p:nvPr>
        </p:nvSpPr>
        <p:spPr/>
        <p:txBody>
          <a:bodyPr/>
          <a:lstStyle/>
          <a:p>
            <a:r>
              <a:rPr lang="en-US" sz="3200"/>
              <a:t>Model Performance &amp; Validation(Pre-Production)</a:t>
            </a:r>
            <a:endParaRPr lang="en-US"/>
          </a:p>
        </p:txBody>
      </p:sp>
      <p:sp>
        <p:nvSpPr>
          <p:cNvPr id="3" name="Content Placeholder 2">
            <a:extLst>
              <a:ext uri="{FF2B5EF4-FFF2-40B4-BE49-F238E27FC236}">
                <a16:creationId xmlns:a16="http://schemas.microsoft.com/office/drawing/2014/main" id="{FDC490FA-53EF-1895-C49E-61748CF14E23}"/>
              </a:ext>
            </a:extLst>
          </p:cNvPr>
          <p:cNvSpPr>
            <a:spLocks noGrp="1"/>
          </p:cNvSpPr>
          <p:nvPr>
            <p:ph idx="1"/>
          </p:nvPr>
        </p:nvSpPr>
        <p:spPr>
          <a:xfrm>
            <a:off x="602918" y="1948792"/>
            <a:ext cx="8178617" cy="3987944"/>
          </a:xfrm>
        </p:spPr>
        <p:txBody>
          <a:bodyPr>
            <a:normAutofit/>
          </a:bodyPr>
          <a:lstStyle/>
          <a:p>
            <a:pPr marL="285750" indent="-285750" defTabSz="457200">
              <a:lnSpc>
                <a:spcPct val="100000"/>
              </a:lnSpc>
              <a:spcBef>
                <a:spcPts val="0"/>
              </a:spcBef>
              <a:buFont typeface="Wingdings" panose="05000000000000000000" pitchFamily="2" charset="2"/>
              <a:buChar char="q"/>
            </a:pPr>
            <a:r>
              <a:rPr lang="en-US" sz="2000">
                <a:solidFill>
                  <a:srgbClr val="000000"/>
                </a:solidFill>
                <a:latin typeface="Calibri" panose="020F0502020204030204"/>
              </a:rPr>
              <a:t>Model Validation Approach</a:t>
            </a:r>
            <a:endParaRPr lang="en-US" sz="1600"/>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The model was trained on data from 2016 and has been validated with carrier evaluations over the following years. </a:t>
            </a:r>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No formal training/testing split was used in developing the model.</a:t>
            </a:r>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The cases in the total crime index model are weighted by the population of the area. Each observation is weighted in the model according to the method of weighted least squares. The original model training used the US Census Bureau population estimates for July, 2016. </a:t>
            </a:r>
          </a:p>
          <a:p>
            <a:pPr lvl="2" defTabSz="457200">
              <a:lnSpc>
                <a:spcPct val="100000"/>
              </a:lnSpc>
              <a:spcBef>
                <a:spcPts val="0"/>
              </a:spcBef>
              <a:buFont typeface="Calibri" panose="020F0502020204030204" pitchFamily="34" charset="0"/>
              <a:buChar char="–"/>
            </a:pPr>
            <a:r>
              <a:rPr lang="en-US" sz="1600">
                <a:solidFill>
                  <a:srgbClr val="000000"/>
                </a:solidFill>
                <a:latin typeface="Calibri" panose="020F0502020204030204"/>
              </a:rPr>
              <a:t>The model was trained on crime reporting from 12,091 US law enforcement agencies made up of over 8 million crime incidents</a:t>
            </a:r>
          </a:p>
          <a:p>
            <a:pPr lvl="2" defTabSz="457200">
              <a:lnSpc>
                <a:spcPct val="100000"/>
              </a:lnSpc>
              <a:spcBef>
                <a:spcPts val="0"/>
              </a:spcBef>
              <a:buFont typeface="Calibri" panose="020F0502020204030204" pitchFamily="34" charset="0"/>
              <a:buChar char="–"/>
            </a:pPr>
            <a:endParaRPr lang="en-US" sz="1600">
              <a:solidFill>
                <a:srgbClr val="000000"/>
              </a:solidFill>
              <a:latin typeface="Calibri" panose="020F0502020204030204"/>
            </a:endParaRPr>
          </a:p>
          <a:p>
            <a:pPr marL="285750" lvl="2" indent="0" defTabSz="457200">
              <a:lnSpc>
                <a:spcPct val="100000"/>
              </a:lnSpc>
              <a:spcBef>
                <a:spcPts val="0"/>
              </a:spcBef>
              <a:buNone/>
            </a:pPr>
            <a:r>
              <a:rPr lang="en-US" sz="2000">
                <a:solidFill>
                  <a:srgbClr val="000000"/>
                </a:solidFill>
                <a:latin typeface="Calibri" panose="020F0502020204030204"/>
              </a:rPr>
              <a:t>Performance Results </a:t>
            </a:r>
            <a:endParaRPr lang="en-US" sz="1600"/>
          </a:p>
        </p:txBody>
      </p:sp>
      <p:sp>
        <p:nvSpPr>
          <p:cNvPr id="8" name="Footer Placeholder 7">
            <a:extLst>
              <a:ext uri="{FF2B5EF4-FFF2-40B4-BE49-F238E27FC236}">
                <a16:creationId xmlns:a16="http://schemas.microsoft.com/office/drawing/2014/main" id="{713672F6-168E-D2F9-8345-205EB940AD18}"/>
              </a:ext>
            </a:extLst>
          </p:cNvPr>
          <p:cNvSpPr>
            <a:spLocks noGrp="1"/>
          </p:cNvSpPr>
          <p:nvPr>
            <p:ph type="ftr" sz="quarter" idx="11"/>
          </p:nvPr>
        </p:nvSpPr>
        <p:spPr/>
        <p:txBody>
          <a:bodyPr/>
          <a:lstStyle/>
          <a:p>
            <a:r>
              <a:rPr lang="en-US"/>
              <a:t>© 2025 CoreLogic, Inc.</a:t>
            </a:r>
          </a:p>
        </p:txBody>
      </p:sp>
      <p:sp>
        <p:nvSpPr>
          <p:cNvPr id="9" name="Slide Number Placeholder 8">
            <a:extLst>
              <a:ext uri="{FF2B5EF4-FFF2-40B4-BE49-F238E27FC236}">
                <a16:creationId xmlns:a16="http://schemas.microsoft.com/office/drawing/2014/main" id="{17B4E021-8CA9-54C6-136C-FE93C48B57D5}"/>
              </a:ext>
            </a:extLst>
          </p:cNvPr>
          <p:cNvSpPr>
            <a:spLocks noGrp="1"/>
          </p:cNvSpPr>
          <p:nvPr>
            <p:ph type="sldNum" sz="quarter" idx="12"/>
          </p:nvPr>
        </p:nvSpPr>
        <p:spPr/>
        <p:txBody>
          <a:bodyPr/>
          <a:lstStyle/>
          <a:p>
            <a:fld id="{CEECFCA9-F77F-4627-B4FF-32A2978341AA}" type="slidenum">
              <a:rPr lang="en-US" smtClean="0"/>
              <a:t>21</a:t>
            </a:fld>
            <a:endParaRPr lang="en-US"/>
          </a:p>
        </p:txBody>
      </p:sp>
      <p:sp>
        <p:nvSpPr>
          <p:cNvPr id="6" name="Text Placeholder 5">
            <a:extLst>
              <a:ext uri="{FF2B5EF4-FFF2-40B4-BE49-F238E27FC236}">
                <a16:creationId xmlns:a16="http://schemas.microsoft.com/office/drawing/2014/main" id="{FE551A3E-BA51-1CC2-AE76-48C661E73DB7}"/>
              </a:ext>
            </a:extLst>
          </p:cNvPr>
          <p:cNvSpPr>
            <a:spLocks noGrp="1"/>
          </p:cNvSpPr>
          <p:nvPr>
            <p:ph type="body" sz="quarter" idx="4294967295"/>
          </p:nvPr>
        </p:nvSpPr>
        <p:spPr>
          <a:xfrm>
            <a:off x="380497" y="920750"/>
            <a:ext cx="11046328" cy="744538"/>
          </a:xfrm>
        </p:spPr>
        <p:txBody>
          <a:bodyPr/>
          <a:lstStyle/>
          <a:p>
            <a:r>
              <a:rPr lang="en-US" altLang="en-US" sz="1400" err="1"/>
              <a:t>CrimeRisk</a:t>
            </a:r>
            <a:endParaRPr lang="en-US"/>
          </a:p>
        </p:txBody>
      </p:sp>
      <p:sp>
        <p:nvSpPr>
          <p:cNvPr id="10" name="TextBox 9">
            <a:extLst>
              <a:ext uri="{FF2B5EF4-FFF2-40B4-BE49-F238E27FC236}">
                <a16:creationId xmlns:a16="http://schemas.microsoft.com/office/drawing/2014/main" id="{5A726B95-24C4-88E1-653D-48FC892C6C6D}"/>
              </a:ext>
            </a:extLst>
          </p:cNvPr>
          <p:cNvSpPr txBox="1"/>
          <p:nvPr/>
        </p:nvSpPr>
        <p:spPr>
          <a:xfrm>
            <a:off x="320274" y="5937250"/>
            <a:ext cx="7667469" cy="338554"/>
          </a:xfrm>
          <a:prstGeom prst="rect">
            <a:avLst/>
          </a:prstGeom>
          <a:noFill/>
        </p:spPr>
        <p:txBody>
          <a:bodyPr wrap="square" rtlCol="0">
            <a:spAutoFit/>
          </a:bodyPr>
          <a:lstStyle/>
          <a:p>
            <a:r>
              <a:rPr lang="en-US" sz="800" b="1"/>
              <a:t>*</a:t>
            </a:r>
            <a:r>
              <a:rPr lang="en-US" sz="800" b="1" kern="100">
                <a:effectLst/>
                <a:latin typeface="Calibri" panose="020F0502020204030204" pitchFamily="34" charset="0"/>
                <a:ea typeface="Aptos" panose="020B0004020202020204" pitchFamily="34" charset="0"/>
                <a:cs typeface="Calibri" panose="020F0502020204030204" pitchFamily="34" charset="0"/>
              </a:rPr>
              <a:t>Refer to the Model Validation Guidance in the Appendix for more details.</a:t>
            </a:r>
          </a:p>
          <a:p>
            <a:endParaRPr lang="en-US" sz="800"/>
          </a:p>
        </p:txBody>
      </p:sp>
      <p:graphicFrame>
        <p:nvGraphicFramePr>
          <p:cNvPr id="4" name="Table 3">
            <a:extLst>
              <a:ext uri="{FF2B5EF4-FFF2-40B4-BE49-F238E27FC236}">
                <a16:creationId xmlns:a16="http://schemas.microsoft.com/office/drawing/2014/main" id="{1B133FFF-AC06-FE1F-2EA3-588814D9CEBD}"/>
              </a:ext>
            </a:extLst>
          </p:cNvPr>
          <p:cNvGraphicFramePr>
            <a:graphicFrameLocks noGrp="1"/>
          </p:cNvGraphicFramePr>
          <p:nvPr/>
        </p:nvGraphicFramePr>
        <p:xfrm>
          <a:off x="1806223" y="4876248"/>
          <a:ext cx="6564602" cy="828938"/>
        </p:xfrm>
        <a:graphic>
          <a:graphicData uri="http://schemas.openxmlformats.org/drawingml/2006/table">
            <a:tbl>
              <a:tblPr>
                <a:tableStyleId>{5C22544A-7EE6-4342-B048-85BDC9FD1C3A}</a:tableStyleId>
              </a:tblPr>
              <a:tblGrid>
                <a:gridCol w="2050691">
                  <a:extLst>
                    <a:ext uri="{9D8B030D-6E8A-4147-A177-3AD203B41FA5}">
                      <a16:colId xmlns:a16="http://schemas.microsoft.com/office/drawing/2014/main" val="2403154876"/>
                    </a:ext>
                  </a:extLst>
                </a:gridCol>
                <a:gridCol w="498224">
                  <a:extLst>
                    <a:ext uri="{9D8B030D-6E8A-4147-A177-3AD203B41FA5}">
                      <a16:colId xmlns:a16="http://schemas.microsoft.com/office/drawing/2014/main" val="2847464997"/>
                    </a:ext>
                  </a:extLst>
                </a:gridCol>
                <a:gridCol w="797159">
                  <a:extLst>
                    <a:ext uri="{9D8B030D-6E8A-4147-A177-3AD203B41FA5}">
                      <a16:colId xmlns:a16="http://schemas.microsoft.com/office/drawing/2014/main" val="367880254"/>
                    </a:ext>
                  </a:extLst>
                </a:gridCol>
                <a:gridCol w="498224">
                  <a:extLst>
                    <a:ext uri="{9D8B030D-6E8A-4147-A177-3AD203B41FA5}">
                      <a16:colId xmlns:a16="http://schemas.microsoft.com/office/drawing/2014/main" val="1810138726"/>
                    </a:ext>
                  </a:extLst>
                </a:gridCol>
                <a:gridCol w="2720304">
                  <a:extLst>
                    <a:ext uri="{9D8B030D-6E8A-4147-A177-3AD203B41FA5}">
                      <a16:colId xmlns:a16="http://schemas.microsoft.com/office/drawing/2014/main" val="2516281012"/>
                    </a:ext>
                  </a:extLst>
                </a:gridCol>
              </a:tblGrid>
              <a:tr h="204919">
                <a:tc gridSpan="5">
                  <a:txBody>
                    <a:bodyPr/>
                    <a:lstStyle/>
                    <a:p>
                      <a:pPr algn="ctr" fontAlgn="ctr"/>
                      <a:r>
                        <a:rPr lang="en-US" sz="900" u="none" strike="noStrike">
                          <a:effectLst/>
                        </a:rPr>
                        <a:t>Model Summary</a:t>
                      </a:r>
                      <a:endParaRPr lang="en-US" sz="900" b="1" i="0" u="none" strike="noStrike">
                        <a:solidFill>
                          <a:srgbClr val="000000"/>
                        </a:solidFill>
                        <a:effectLst/>
                        <a:latin typeface="Arial Bold" panose="020B0704020202020204" pitchFamily="34" charset="0"/>
                      </a:endParaRPr>
                    </a:p>
                  </a:txBody>
                  <a:tcPr marL="7620" marR="7620" marT="762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1160838"/>
                  </a:ext>
                </a:extLst>
              </a:tr>
              <a:tr h="334701">
                <a:tc>
                  <a:txBody>
                    <a:bodyPr/>
                    <a:lstStyle/>
                    <a:p>
                      <a:pPr algn="l" fontAlgn="t"/>
                      <a:r>
                        <a:rPr lang="en-US" sz="900" u="none" strike="noStrike">
                          <a:effectLst/>
                        </a:rPr>
                        <a:t>Model</a:t>
                      </a:r>
                      <a:endParaRPr lang="en-US" sz="900" b="1" i="0" u="none" strike="noStrike">
                        <a:solidFill>
                          <a:srgbClr val="000000"/>
                        </a:solidFill>
                        <a:effectLst/>
                        <a:latin typeface="Arial" panose="020B0604020202020204" pitchFamily="34" charset="0"/>
                      </a:endParaRPr>
                    </a:p>
                  </a:txBody>
                  <a:tcPr marL="7620" marR="7620" marT="7620" marB="0"/>
                </a:tc>
                <a:tc>
                  <a:txBody>
                    <a:bodyPr/>
                    <a:lstStyle/>
                    <a:p>
                      <a:pPr algn="ctr" fontAlgn="b"/>
                      <a:r>
                        <a:rPr lang="en-US" sz="900" u="none" strike="noStrike">
                          <a:effectLst/>
                        </a:rPr>
                        <a:t>R</a:t>
                      </a:r>
                      <a:endParaRPr lang="en-US" sz="900" b="1" i="0" u="none" strike="noStrike">
                        <a:solidFill>
                          <a:srgbClr val="000000"/>
                        </a:solidFill>
                        <a:effectLst/>
                        <a:latin typeface="Arial" panose="020B0604020202020204" pitchFamily="34" charset="0"/>
                      </a:endParaRPr>
                    </a:p>
                  </a:txBody>
                  <a:tcPr marL="7620" marR="7620" marT="7620" marB="0" anchor="b"/>
                </a:tc>
                <a:tc>
                  <a:txBody>
                    <a:bodyPr/>
                    <a:lstStyle/>
                    <a:p>
                      <a:pPr algn="ctr" fontAlgn="b"/>
                      <a:r>
                        <a:rPr lang="en-US" sz="900" u="none" strike="noStrike">
                          <a:effectLst/>
                        </a:rPr>
                        <a:t>R Square</a:t>
                      </a:r>
                      <a:endParaRPr lang="en-US" sz="900" b="1" i="0" u="none" strike="noStrike">
                        <a:solidFill>
                          <a:srgbClr val="000000"/>
                        </a:solidFill>
                        <a:effectLst/>
                        <a:latin typeface="Arial" panose="020B0604020202020204" pitchFamily="34" charset="0"/>
                      </a:endParaRPr>
                    </a:p>
                  </a:txBody>
                  <a:tcPr marL="7620" marR="7620" marT="7620" marB="0" anchor="b"/>
                </a:tc>
                <a:tc>
                  <a:txBody>
                    <a:bodyPr/>
                    <a:lstStyle/>
                    <a:p>
                      <a:pPr algn="ctr" fontAlgn="b"/>
                      <a:r>
                        <a:rPr lang="en-US" sz="900" u="none" strike="noStrike">
                          <a:effectLst/>
                        </a:rPr>
                        <a:t>Adjusted R Square</a:t>
                      </a:r>
                      <a:endParaRPr lang="en-US" sz="900" b="1" i="0" u="none" strike="noStrike">
                        <a:solidFill>
                          <a:srgbClr val="000000"/>
                        </a:solidFill>
                        <a:effectLst/>
                        <a:latin typeface="Arial" panose="020B0604020202020204" pitchFamily="34" charset="0"/>
                      </a:endParaRPr>
                    </a:p>
                  </a:txBody>
                  <a:tcPr marL="7620" marR="7620" marT="7620" marB="0" anchor="b"/>
                </a:tc>
                <a:tc>
                  <a:txBody>
                    <a:bodyPr/>
                    <a:lstStyle/>
                    <a:p>
                      <a:pPr algn="ctr" fontAlgn="b"/>
                      <a:r>
                        <a:rPr lang="en-US" sz="900" u="none" strike="noStrike">
                          <a:effectLst/>
                        </a:rPr>
                        <a:t>Std. Error of the Estimate</a:t>
                      </a:r>
                      <a:endParaRPr lang="en-US" sz="900" b="1"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708080613"/>
                  </a:ext>
                </a:extLst>
              </a:tr>
              <a:tr h="204919">
                <a:tc>
                  <a:txBody>
                    <a:bodyPr/>
                    <a:lstStyle/>
                    <a:p>
                      <a:pPr algn="ctr" fontAlgn="t"/>
                      <a:r>
                        <a:rPr lang="en-US" sz="900" u="none" strike="noStrike">
                          <a:effectLst/>
                        </a:rPr>
                        <a:t>Total Crime Model</a:t>
                      </a:r>
                      <a:endParaRPr lang="en-US" sz="900" b="1" i="0" u="none" strike="noStrike">
                        <a:solidFill>
                          <a:srgbClr val="000000"/>
                        </a:solidFill>
                        <a:effectLst/>
                        <a:latin typeface="Arial" panose="020B0604020202020204" pitchFamily="34" charset="0"/>
                      </a:endParaRPr>
                    </a:p>
                  </a:txBody>
                  <a:tcPr marL="7620" marR="7620" marT="7620" marB="0"/>
                </a:tc>
                <a:tc>
                  <a:txBody>
                    <a:bodyPr/>
                    <a:lstStyle/>
                    <a:p>
                      <a:pPr algn="r" fontAlgn="t"/>
                      <a:r>
                        <a:rPr lang="en-US" sz="900" u="none" strike="noStrike">
                          <a:effectLst/>
                        </a:rPr>
                        <a:t>.867</a:t>
                      </a:r>
                      <a:endParaRPr lang="en-US" sz="900" b="0" i="0" u="none" strike="noStrike">
                        <a:solidFill>
                          <a:srgbClr val="000000"/>
                        </a:solidFill>
                        <a:effectLst/>
                        <a:latin typeface="Arial" panose="020B0604020202020204" pitchFamily="34" charset="0"/>
                      </a:endParaRPr>
                    </a:p>
                  </a:txBody>
                  <a:tcPr marL="7620" marR="7620" marT="7620" marB="0"/>
                </a:tc>
                <a:tc>
                  <a:txBody>
                    <a:bodyPr/>
                    <a:lstStyle/>
                    <a:p>
                      <a:pPr algn="r" fontAlgn="t"/>
                      <a:r>
                        <a:rPr lang="en-US" sz="900" u="none" strike="noStrike">
                          <a:effectLst/>
                        </a:rPr>
                        <a:t>.751</a:t>
                      </a:r>
                      <a:endParaRPr lang="en-US" sz="900" b="0" i="0" u="none" strike="noStrike">
                        <a:solidFill>
                          <a:srgbClr val="000000"/>
                        </a:solidFill>
                        <a:effectLst/>
                        <a:latin typeface="Arial" panose="020B0604020202020204" pitchFamily="34" charset="0"/>
                      </a:endParaRPr>
                    </a:p>
                  </a:txBody>
                  <a:tcPr marL="7620" marR="7620" marT="7620" marB="0"/>
                </a:tc>
                <a:tc>
                  <a:txBody>
                    <a:bodyPr/>
                    <a:lstStyle/>
                    <a:p>
                      <a:pPr algn="r" fontAlgn="t"/>
                      <a:r>
                        <a:rPr lang="en-US" sz="900" u="none" strike="noStrike">
                          <a:effectLst/>
                        </a:rPr>
                        <a:t>.750</a:t>
                      </a:r>
                      <a:endParaRPr lang="en-US" sz="900" b="0" i="0" u="none" strike="noStrike">
                        <a:solidFill>
                          <a:srgbClr val="000000"/>
                        </a:solidFill>
                        <a:effectLst/>
                        <a:latin typeface="Arial" panose="020B0604020202020204" pitchFamily="34" charset="0"/>
                      </a:endParaRPr>
                    </a:p>
                  </a:txBody>
                  <a:tcPr marL="7620" marR="7620" marT="7620" marB="0"/>
                </a:tc>
                <a:tc>
                  <a:txBody>
                    <a:bodyPr/>
                    <a:lstStyle/>
                    <a:p>
                      <a:pPr algn="r" fontAlgn="t"/>
                      <a:r>
                        <a:rPr lang="en-US" sz="900" u="none" strike="noStrike">
                          <a:effectLst/>
                        </a:rPr>
                        <a:t>21.88942</a:t>
                      </a:r>
                      <a:endParaRPr lang="en-US" sz="900" b="0" i="0" u="none" strike="noStrike">
                        <a:solidFill>
                          <a:srgbClr val="000000"/>
                        </a:solidFill>
                        <a:effectLst/>
                        <a:latin typeface="Arial" panose="020B0604020202020204" pitchFamily="34" charset="0"/>
                      </a:endParaRPr>
                    </a:p>
                  </a:txBody>
                  <a:tcPr marL="7620" marR="7620" marT="7620" marB="0"/>
                </a:tc>
                <a:extLst>
                  <a:ext uri="{0D108BD9-81ED-4DB2-BD59-A6C34878D82A}">
                    <a16:rowId xmlns:a16="http://schemas.microsoft.com/office/drawing/2014/main" val="1165678640"/>
                  </a:ext>
                </a:extLst>
              </a:tr>
            </a:tbl>
          </a:graphicData>
        </a:graphic>
      </p:graphicFrame>
    </p:spTree>
    <p:extLst>
      <p:ext uri="{BB962C8B-B14F-4D97-AF65-F5344CB8AC3E}">
        <p14:creationId xmlns:p14="http://schemas.microsoft.com/office/powerpoint/2010/main" val="259614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Office Theme">
  <a:themeElements>
    <a:clrScheme name="Cotality 031125">
      <a:dk1>
        <a:srgbClr val="1E1405"/>
      </a:dk1>
      <a:lt1>
        <a:srgbClr val="F7EFE2"/>
      </a:lt1>
      <a:dk2>
        <a:srgbClr val="000000"/>
      </a:dk2>
      <a:lt2>
        <a:srgbClr val="FFFFFF"/>
      </a:lt2>
      <a:accent1>
        <a:srgbClr val="A805FB"/>
      </a:accent1>
      <a:accent2>
        <a:srgbClr val="DD37D2"/>
      </a:accent2>
      <a:accent3>
        <a:srgbClr val="4C32DF"/>
      </a:accent3>
      <a:accent4>
        <a:srgbClr val="148DEF"/>
      </a:accent4>
      <a:accent5>
        <a:srgbClr val="077982"/>
      </a:accent5>
      <a:accent6>
        <a:srgbClr val="339B62"/>
      </a:accent6>
      <a:hlink>
        <a:srgbClr val="148DEF"/>
      </a:hlink>
      <a:folHlink>
        <a:srgbClr val="8805CB"/>
      </a:folHlink>
    </a:clrScheme>
    <a:fontScheme name="Cotality Everett 022525">
      <a:majorFont>
        <a:latin typeface="TWK Everett"/>
        <a:ea typeface=""/>
        <a:cs typeface=""/>
      </a:majorFont>
      <a:minorFont>
        <a:latin typeface="TWK Evere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unburst">
      <a:srgbClr val="FFCD2E"/>
    </a:custClr>
    <a:custClr name="Coral">
      <a:srgbClr val="FF8E65"/>
    </a:custClr>
    <a:custClr name="Blush">
      <a:srgbClr val="FF6E80"/>
    </a:custClr>
    <a:custClr name="Magenta">
      <a:srgbClr val="DD37D2"/>
    </a:custClr>
    <a:custClr name="Violet">
      <a:srgbClr val="A805FB"/>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ream">
      <a:srgbClr val="F7EFE2"/>
    </a:custClr>
    <a:custClr name="Earth">
      <a:srgbClr val="1E1405"/>
    </a:custClr>
    <a:custClr name="Custom Color 23">
      <a:srgbClr val="1E1405"/>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unray">
      <a:srgbClr val="F0B113"/>
    </a:custClr>
    <a:custClr name="Dark Coral">
      <a:srgbClr val="EC7346"/>
    </a:custClr>
    <a:custClr name="Dark Blush">
      <a:srgbClr val="E75769"/>
    </a:custClr>
    <a:custClr name="Crimson">
      <a:srgbClr val="F1384F"/>
    </a:custClr>
    <a:custClr name="Dark Crimson">
      <a:srgbClr val="D5172F"/>
    </a:custClr>
    <a:custClr name="Dark Magenta">
      <a:srgbClr val="BD26B3"/>
    </a:custClr>
    <a:custClr name="Dark Violet">
      <a:srgbClr val="8805CB"/>
    </a:custClr>
    <a:custClr name="Indigo">
      <a:srgbClr val="674CFF"/>
    </a:custClr>
    <a:custClr name="Dark Indigo">
      <a:srgbClr val="4C32DF"/>
    </a:custClr>
    <a:custClr name="Azure">
      <a:srgbClr val="148DEF"/>
    </a:custClr>
    <a:custClr name="Dark Azure">
      <a:srgbClr val="0B6FC1"/>
    </a:custClr>
    <a:custClr name="Teal">
      <a:srgbClr val="009AA1"/>
    </a:custClr>
    <a:custClr name="Dark Teal">
      <a:srgbClr val="077982"/>
    </a:custClr>
    <a:custClr name="Emerald">
      <a:srgbClr val="339B62"/>
    </a:custClr>
    <a:custClr name="Dark Emerald">
      <a:srgbClr val="287A4D"/>
    </a:custClr>
  </a:custClrLst>
  <a:extLst>
    <a:ext uri="{05A4C25C-085E-4340-85A3-A5531E510DB2}">
      <thm15:themeFamily xmlns:thm15="http://schemas.microsoft.com/office/thememl/2012/main" name="Presentation8" id="{C7CCC552-2EFD-4517-8DC5-5A7AA6A5EFBE}" vid="{D6181E27-2EC3-43CA-9877-52FAB66505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5FF47076F17E46B20C7AC4D6FB61AF" ma:contentTypeVersion="11" ma:contentTypeDescription="Create a new document." ma:contentTypeScope="" ma:versionID="acf9b10089f0fdf331a9d795107ab1d6">
  <xsd:schema xmlns:xsd="http://www.w3.org/2001/XMLSchema" xmlns:xs="http://www.w3.org/2001/XMLSchema" xmlns:p="http://schemas.microsoft.com/office/2006/metadata/properties" xmlns:ns2="13c83efe-9aa7-4cfc-aab3-674febb72bdb" xmlns:ns3="8ac584dd-6272-4b05-a015-a734827019e8" targetNamespace="http://schemas.microsoft.com/office/2006/metadata/properties" ma:root="true" ma:fieldsID="ec33e4951e945d5d46cae8545ca08723" ns2:_="" ns3:_="">
    <xsd:import namespace="13c83efe-9aa7-4cfc-aab3-674febb72bdb"/>
    <xsd:import namespace="8ac584dd-6272-4b05-a015-a734827019e8"/>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c83efe-9aa7-4cfc-aab3-674febb72b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5a1837f8-38a0-439f-968d-1f579fdc7e5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c584dd-6272-4b05-a015-a734827019e8"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53ae72f8-396e-4335-8941-c661963900e7}" ma:internalName="TaxCatchAll" ma:showField="CatchAllData" ma:web="8ac584dd-6272-4b05-a015-a734827019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3c83efe-9aa7-4cfc-aab3-674febb72bdb">
      <Terms xmlns="http://schemas.microsoft.com/office/infopath/2007/PartnerControls"/>
    </lcf76f155ced4ddcb4097134ff3c332f>
    <TaxCatchAll xmlns="8ac584dd-6272-4b05-a015-a734827019e8" xsi:nil="true"/>
  </documentManagement>
</p:properties>
</file>

<file path=customXml/itemProps1.xml><?xml version="1.0" encoding="utf-8"?>
<ds:datastoreItem xmlns:ds="http://schemas.openxmlformats.org/officeDocument/2006/customXml" ds:itemID="{36BC5212-29EE-4CF8-A072-A5F4ED1A7F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c83efe-9aa7-4cfc-aab3-674febb72bdb"/>
    <ds:schemaRef ds:uri="8ac584dd-6272-4b05-a015-a734827019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432C6B-EE6B-4A04-A096-418B94A38E20}">
  <ds:schemaRefs>
    <ds:schemaRef ds:uri="http://schemas.microsoft.com/sharepoint/v3/contenttype/forms"/>
  </ds:schemaRefs>
</ds:datastoreItem>
</file>

<file path=customXml/itemProps3.xml><?xml version="1.0" encoding="utf-8"?>
<ds:datastoreItem xmlns:ds="http://schemas.openxmlformats.org/officeDocument/2006/customXml" ds:itemID="{20D4DB3A-73E5-4CA2-AE75-8A4054D19B2E}">
  <ds:schemaRefs>
    <ds:schemaRef ds:uri="http://schemas.microsoft.com/office/2006/metadata/properties"/>
    <ds:schemaRef ds:uri="http://schemas.microsoft.com/office/infopath/2007/PartnerControls"/>
    <ds:schemaRef ds:uri="13c83efe-9aa7-4cfc-aab3-674febb72bdb"/>
    <ds:schemaRef ds:uri="8ac584dd-6272-4b05-a015-a734827019e8"/>
  </ds:schemaRefs>
</ds:datastoreItem>
</file>

<file path=docProps/app.xml><?xml version="1.0" encoding="utf-8"?>
<Properties xmlns="http://schemas.openxmlformats.org/officeDocument/2006/extended-properties" xmlns:vt="http://schemas.openxmlformats.org/officeDocument/2006/docPropsVTypes">
  <Template>Cotality Cream 032025 (1)</Template>
  <TotalTime>0</TotalTime>
  <Words>2672</Words>
  <Application>Microsoft Office PowerPoint</Application>
  <PresentationFormat>Widescreen</PresentationFormat>
  <Paragraphs>423</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Crime Risk New Use Case for an Existing Model</vt:lpstr>
      <vt:lpstr>Agenda </vt:lpstr>
      <vt:lpstr>Model Business Case</vt:lpstr>
      <vt:lpstr>Model Business Case</vt:lpstr>
      <vt:lpstr>Model Data Preparation</vt:lpstr>
      <vt:lpstr>Model Data Sources (input)</vt:lpstr>
      <vt:lpstr>Model Data Sources (input)</vt:lpstr>
      <vt:lpstr>Model Development</vt:lpstr>
      <vt:lpstr>Model Framework</vt:lpstr>
      <vt:lpstr>Model Framework</vt:lpstr>
      <vt:lpstr>Model Framework</vt:lpstr>
      <vt:lpstr>Model Data Sources (input)</vt:lpstr>
      <vt:lpstr>Model Performance &amp; Validation(Pre-Production)</vt:lpstr>
      <vt:lpstr>Model Framework</vt:lpstr>
      <vt:lpstr>Model Framework</vt:lpstr>
      <vt:lpstr>Model Outputs</vt:lpstr>
      <vt:lpstr>Model Validation</vt:lpstr>
      <vt:lpstr>Model Performance &amp; Validation(Pre-Production)</vt:lpstr>
      <vt:lpstr>Model Surveillance</vt:lpstr>
      <vt:lpstr>Appendix</vt:lpstr>
      <vt:lpstr>Model Performance &amp; Validation(Pre-Production)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Wend, Paul</dc:creator>
  <cp:keywords>20252989</cp:keywords>
  <cp:lastModifiedBy>Jonathan Glick</cp:lastModifiedBy>
  <cp:revision>4</cp:revision>
  <dcterms:created xsi:type="dcterms:W3CDTF">2025-04-17T20:07:19Z</dcterms:created>
  <dcterms:modified xsi:type="dcterms:W3CDTF">2026-08-05T22:04:56Z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0x010100905FF47076F17E46B20C7AC4D6FB61AF</vt:lpwstr>
  </property>
  <property fmtid="{D5CDD505-2E9C-101B-9397-08002B2CF9AE}" pid="4" name="ComplianceAssetId">
    <vt:lpwstr/>
  </property>
  <property fmtid="{D5CDD505-2E9C-101B-9397-08002B2CF9AE}" pid="5" name="_ExtendedDescription">
    <vt:lpwstr/>
  </property>
  <property fmtid="{D5CDD505-2E9C-101B-9397-08002B2CF9AE}" pid="6" name="_activity">
    <vt:lpwstr>{"FileActivityType":"9","FileActivityTimeStamp":"2025-12-09T16:23:12.300Z","FileActivityUsersOnPage":[{"DisplayName":"Glick, Jonathan","Id":"joglick@cotality.com"},{"DisplayName":"Prashar, Eshan","Id":"eprashar@cotality.com"}],"FileActivityNavigationId":null}</vt:lpwstr>
  </property>
  <property fmtid="{D5CDD505-2E9C-101B-9397-08002B2CF9AE}" pid="7" name="TriggerFlowInfo">
    <vt:lpwstr/>
  </property>
</Properties>
</file>